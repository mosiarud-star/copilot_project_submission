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9" r:id="rId1"/>
  </p:sldMasterIdLst>
  <p:notesMasterIdLst>
    <p:notesMasterId r:id="rId7"/>
  </p:notesMasterIdLst>
  <p:sldIdLst>
    <p:sldId id="256" r:id="rId2"/>
    <p:sldId id="257" r:id="rId3"/>
    <p:sldId id="258" r:id="rId4"/>
    <p:sldId id="259" r:id="rId5"/>
    <p:sldId id="260" r:id="rId6"/>
  </p:sldIdLst>
  <p:sldSz cx="12192000" cy="6858000"/>
  <p:notesSz cx="6858000" cy="9144000"/>
  <p:embeddedFontLst>
    <p:embeddedFont>
      <p:font typeface="Johnson Display" panose="020B0604020202020204" charset="0"/>
      <p:regular r:id="rId8"/>
      <p:bold r:id="rId9"/>
      <p:italic r:id="rId10"/>
      <p:boldItalic r:id="rId11"/>
    </p:embeddedFont>
    <p:embeddedFont>
      <p:font typeface="Johnson Text" panose="020B060402020202020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5F3"/>
    <a:srgbClr val="F1EFED"/>
    <a:srgbClr val="F9F7F6"/>
    <a:srgbClr val="ECECEC"/>
    <a:srgbClr val="F5F3F2"/>
    <a:srgbClr val="F6F3F2"/>
    <a:srgbClr val="81766F"/>
    <a:srgbClr val="564C47"/>
    <a:srgbClr val="83786F"/>
    <a:srgbClr val="9834C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0" autoAdjust="0"/>
    <p:restoredTop sz="60959" autoAdjust="0"/>
  </p:normalViewPr>
  <p:slideViewPr>
    <p:cSldViewPr snapToGrid="0">
      <p:cViewPr varScale="1">
        <p:scale>
          <a:sx n="56" d="100"/>
          <a:sy n="56" d="100"/>
        </p:scale>
        <p:origin x="612"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font" Target="fonts/font6.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font" Target="fonts/font5.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font" Target="fonts/font8.fntdata"/><Relationship Id="rId10" Type="http://schemas.openxmlformats.org/officeDocument/2006/relationships/font" Target="fonts/font3.fntdata"/><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font" Target="fonts/font7.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udnikova, Maria [JANRU]" userId="e474e582-7f21-4f06-b7c5-fa1b94107321" providerId="ADAL" clId="{8CC3AA0E-8E52-4B1E-9432-1FBA4BCCB42B}"/>
    <pc:docChg chg="custSel mod modSld addMainMaster delMainMaster modNotesMaster setSldSz">
      <pc:chgData name="Rudnikova, Maria [JANRU]" userId="e474e582-7f21-4f06-b7c5-fa1b94107321" providerId="ADAL" clId="{8CC3AA0E-8E52-4B1E-9432-1FBA4BCCB42B}" dt="2026-05-27T08:06:57.425" v="0" actId="26606"/>
      <pc:docMkLst>
        <pc:docMk/>
      </pc:docMkLst>
      <pc:sldChg chg="modSp mod setBg modClrScheme chgLayout modNotes">
        <pc:chgData name="Rudnikova, Maria [JANRU]" userId="e474e582-7f21-4f06-b7c5-fa1b94107321" providerId="ADAL" clId="{8CC3AA0E-8E52-4B1E-9432-1FBA4BCCB42B}" dt="2026-05-27T08:06:57.425" v="0" actId="26606"/>
        <pc:sldMkLst>
          <pc:docMk/>
          <pc:sldMk cId="0" sldId="256"/>
        </pc:sldMkLst>
        <pc:spChg chg="mod">
          <ac:chgData name="Rudnikova, Maria [JANRU]" userId="e474e582-7f21-4f06-b7c5-fa1b94107321" providerId="ADAL" clId="{8CC3AA0E-8E52-4B1E-9432-1FBA4BCCB42B}" dt="2026-05-27T08:06:57.425" v="0" actId="26606"/>
          <ac:spMkLst>
            <pc:docMk/>
            <pc:sldMk cId="0" sldId="256"/>
            <ac:spMk id="2" creationId="{00000000-0000-0000-0000-000000000000}"/>
          </ac:spMkLst>
        </pc:spChg>
        <pc:spChg chg="mod">
          <ac:chgData name="Rudnikova, Maria [JANRU]" userId="e474e582-7f21-4f06-b7c5-fa1b94107321" providerId="ADAL" clId="{8CC3AA0E-8E52-4B1E-9432-1FBA4BCCB42B}" dt="2026-05-27T08:06:57.425" v="0" actId="26606"/>
          <ac:spMkLst>
            <pc:docMk/>
            <pc:sldMk cId="0" sldId="256"/>
            <ac:spMk id="3" creationId="{00000000-0000-0000-0000-000000000000}"/>
          </ac:spMkLst>
        </pc:spChg>
        <pc:spChg chg="mod">
          <ac:chgData name="Rudnikova, Maria [JANRU]" userId="e474e582-7f21-4f06-b7c5-fa1b94107321" providerId="ADAL" clId="{8CC3AA0E-8E52-4B1E-9432-1FBA4BCCB42B}" dt="2026-05-27T08:06:57.425" v="0" actId="26606"/>
          <ac:spMkLst>
            <pc:docMk/>
            <pc:sldMk cId="0" sldId="256"/>
            <ac:spMk id="4" creationId="{00000000-0000-0000-0000-000000000000}"/>
          </ac:spMkLst>
        </pc:spChg>
        <pc:spChg chg="mod">
          <ac:chgData name="Rudnikova, Maria [JANRU]" userId="e474e582-7f21-4f06-b7c5-fa1b94107321" providerId="ADAL" clId="{8CC3AA0E-8E52-4B1E-9432-1FBA4BCCB42B}" dt="2026-05-27T08:06:57.425" v="0" actId="26606"/>
          <ac:spMkLst>
            <pc:docMk/>
            <pc:sldMk cId="0" sldId="256"/>
            <ac:spMk id="5" creationId="{00000000-0000-0000-0000-000000000000}"/>
          </ac:spMkLst>
        </pc:spChg>
        <pc:spChg chg="mod">
          <ac:chgData name="Rudnikova, Maria [JANRU]" userId="e474e582-7f21-4f06-b7c5-fa1b94107321" providerId="ADAL" clId="{8CC3AA0E-8E52-4B1E-9432-1FBA4BCCB42B}" dt="2026-05-27T08:06:57.425" v="0" actId="26606"/>
          <ac:spMkLst>
            <pc:docMk/>
            <pc:sldMk cId="0" sldId="256"/>
            <ac:spMk id="6" creationId="{00000000-0000-0000-0000-000000000000}"/>
          </ac:spMkLst>
        </pc:spChg>
        <pc:spChg chg="mod">
          <ac:chgData name="Rudnikova, Maria [JANRU]" userId="e474e582-7f21-4f06-b7c5-fa1b94107321" providerId="ADAL" clId="{8CC3AA0E-8E52-4B1E-9432-1FBA4BCCB42B}" dt="2026-05-27T08:06:57.425" v="0" actId="26606"/>
          <ac:spMkLst>
            <pc:docMk/>
            <pc:sldMk cId="0" sldId="256"/>
            <ac:spMk id="7" creationId="{00000000-0000-0000-0000-000000000000}"/>
          </ac:spMkLst>
        </pc:spChg>
        <pc:spChg chg="mod">
          <ac:chgData name="Rudnikova, Maria [JANRU]" userId="e474e582-7f21-4f06-b7c5-fa1b94107321" providerId="ADAL" clId="{8CC3AA0E-8E52-4B1E-9432-1FBA4BCCB42B}" dt="2026-05-27T08:06:57.425" v="0" actId="26606"/>
          <ac:spMkLst>
            <pc:docMk/>
            <pc:sldMk cId="0" sldId="256"/>
            <ac:spMk id="8" creationId="{00000000-0000-0000-0000-000000000000}"/>
          </ac:spMkLst>
        </pc:spChg>
      </pc:sldChg>
      <pc:sldChg chg="modSp mod setBg modClrScheme chgLayout modNotes">
        <pc:chgData name="Rudnikova, Maria [JANRU]" userId="e474e582-7f21-4f06-b7c5-fa1b94107321" providerId="ADAL" clId="{8CC3AA0E-8E52-4B1E-9432-1FBA4BCCB42B}" dt="2026-05-27T08:06:57.425" v="0" actId="26606"/>
        <pc:sldMkLst>
          <pc:docMk/>
          <pc:sldMk cId="0" sldId="257"/>
        </pc:sldMkLst>
        <pc:spChg chg="mod">
          <ac:chgData name="Rudnikova, Maria [JANRU]" userId="e474e582-7f21-4f06-b7c5-fa1b94107321" providerId="ADAL" clId="{8CC3AA0E-8E52-4B1E-9432-1FBA4BCCB42B}" dt="2026-05-27T08:06:57.425" v="0" actId="26606"/>
          <ac:spMkLst>
            <pc:docMk/>
            <pc:sldMk cId="0" sldId="257"/>
            <ac:spMk id="4" creationId="{00000000-0000-0000-0000-000000000000}"/>
          </ac:spMkLst>
        </pc:spChg>
        <pc:spChg chg="mod">
          <ac:chgData name="Rudnikova, Maria [JANRU]" userId="e474e582-7f21-4f06-b7c5-fa1b94107321" providerId="ADAL" clId="{8CC3AA0E-8E52-4B1E-9432-1FBA4BCCB42B}" dt="2026-05-27T08:06:57.425" v="0" actId="26606"/>
          <ac:spMkLst>
            <pc:docMk/>
            <pc:sldMk cId="0" sldId="257"/>
            <ac:spMk id="6" creationId="{00000000-0000-0000-0000-000000000000}"/>
          </ac:spMkLst>
        </pc:spChg>
        <pc:spChg chg="mod">
          <ac:chgData name="Rudnikova, Maria [JANRU]" userId="e474e582-7f21-4f06-b7c5-fa1b94107321" providerId="ADAL" clId="{8CC3AA0E-8E52-4B1E-9432-1FBA4BCCB42B}" dt="2026-05-27T08:06:57.425" v="0" actId="26606"/>
          <ac:spMkLst>
            <pc:docMk/>
            <pc:sldMk cId="0" sldId="257"/>
            <ac:spMk id="10" creationId="{00000000-0000-0000-0000-000000000000}"/>
          </ac:spMkLst>
        </pc:spChg>
        <pc:spChg chg="mod">
          <ac:chgData name="Rudnikova, Maria [JANRU]" userId="e474e582-7f21-4f06-b7c5-fa1b94107321" providerId="ADAL" clId="{8CC3AA0E-8E52-4B1E-9432-1FBA4BCCB42B}" dt="2026-05-27T08:06:57.425" v="0" actId="26606"/>
          <ac:spMkLst>
            <pc:docMk/>
            <pc:sldMk cId="0" sldId="257"/>
            <ac:spMk id="12" creationId="{00000000-0000-0000-0000-000000000000}"/>
          </ac:spMkLst>
        </pc:spChg>
        <pc:spChg chg="mod">
          <ac:chgData name="Rudnikova, Maria [JANRU]" userId="e474e582-7f21-4f06-b7c5-fa1b94107321" providerId="ADAL" clId="{8CC3AA0E-8E52-4B1E-9432-1FBA4BCCB42B}" dt="2026-05-27T08:06:57.425" v="0" actId="26606"/>
          <ac:spMkLst>
            <pc:docMk/>
            <pc:sldMk cId="0" sldId="257"/>
            <ac:spMk id="13" creationId="{00000000-0000-0000-0000-000000000000}"/>
          </ac:spMkLst>
        </pc:spChg>
        <pc:spChg chg="mod">
          <ac:chgData name="Rudnikova, Maria [JANRU]" userId="e474e582-7f21-4f06-b7c5-fa1b94107321" providerId="ADAL" clId="{8CC3AA0E-8E52-4B1E-9432-1FBA4BCCB42B}" dt="2026-05-27T08:06:57.425" v="0" actId="26606"/>
          <ac:spMkLst>
            <pc:docMk/>
            <pc:sldMk cId="0" sldId="257"/>
            <ac:spMk id="14" creationId="{00000000-0000-0000-0000-000000000000}"/>
          </ac:spMkLst>
        </pc:spChg>
        <pc:spChg chg="mod">
          <ac:chgData name="Rudnikova, Maria [JANRU]" userId="e474e582-7f21-4f06-b7c5-fa1b94107321" providerId="ADAL" clId="{8CC3AA0E-8E52-4B1E-9432-1FBA4BCCB42B}" dt="2026-05-27T08:06:57.425" v="0" actId="26606"/>
          <ac:spMkLst>
            <pc:docMk/>
            <pc:sldMk cId="0" sldId="257"/>
            <ac:spMk id="15" creationId="{00000000-0000-0000-0000-000000000000}"/>
          </ac:spMkLst>
        </pc:spChg>
        <pc:spChg chg="mod">
          <ac:chgData name="Rudnikova, Maria [JANRU]" userId="e474e582-7f21-4f06-b7c5-fa1b94107321" providerId="ADAL" clId="{8CC3AA0E-8E52-4B1E-9432-1FBA4BCCB42B}" dt="2026-05-27T08:06:57.425" v="0" actId="26606"/>
          <ac:spMkLst>
            <pc:docMk/>
            <pc:sldMk cId="0" sldId="257"/>
            <ac:spMk id="16" creationId="{00000000-0000-0000-0000-000000000000}"/>
          </ac:spMkLst>
        </pc:spChg>
        <pc:spChg chg="mod">
          <ac:chgData name="Rudnikova, Maria [JANRU]" userId="e474e582-7f21-4f06-b7c5-fa1b94107321" providerId="ADAL" clId="{8CC3AA0E-8E52-4B1E-9432-1FBA4BCCB42B}" dt="2026-05-27T08:06:57.425" v="0" actId="26606"/>
          <ac:spMkLst>
            <pc:docMk/>
            <pc:sldMk cId="0" sldId="257"/>
            <ac:spMk id="20" creationId="{00000000-0000-0000-0000-000000000000}"/>
          </ac:spMkLst>
        </pc:spChg>
        <pc:spChg chg="mod">
          <ac:chgData name="Rudnikova, Maria [JANRU]" userId="e474e582-7f21-4f06-b7c5-fa1b94107321" providerId="ADAL" clId="{8CC3AA0E-8E52-4B1E-9432-1FBA4BCCB42B}" dt="2026-05-27T08:06:57.425" v="0" actId="26606"/>
          <ac:spMkLst>
            <pc:docMk/>
            <pc:sldMk cId="0" sldId="257"/>
            <ac:spMk id="21" creationId="{00000000-0000-0000-0000-000000000000}"/>
          </ac:spMkLst>
        </pc:spChg>
      </pc:sldChg>
      <pc:sldChg chg="modSp mod setBg modClrScheme chgLayout modNotes">
        <pc:chgData name="Rudnikova, Maria [JANRU]" userId="e474e582-7f21-4f06-b7c5-fa1b94107321" providerId="ADAL" clId="{8CC3AA0E-8E52-4B1E-9432-1FBA4BCCB42B}" dt="2026-05-27T08:06:57.425" v="0" actId="26606"/>
        <pc:sldMkLst>
          <pc:docMk/>
          <pc:sldMk cId="0" sldId="258"/>
        </pc:sldMkLst>
        <pc:spChg chg="mod">
          <ac:chgData name="Rudnikova, Maria [JANRU]" userId="e474e582-7f21-4f06-b7c5-fa1b94107321" providerId="ADAL" clId="{8CC3AA0E-8E52-4B1E-9432-1FBA4BCCB42B}" dt="2026-05-27T08:06:57.425" v="0" actId="26606"/>
          <ac:spMkLst>
            <pc:docMk/>
            <pc:sldMk cId="0" sldId="258"/>
            <ac:spMk id="4" creationId="{00000000-0000-0000-0000-000000000000}"/>
          </ac:spMkLst>
        </pc:spChg>
        <pc:spChg chg="mod">
          <ac:chgData name="Rudnikova, Maria [JANRU]" userId="e474e582-7f21-4f06-b7c5-fa1b94107321" providerId="ADAL" clId="{8CC3AA0E-8E52-4B1E-9432-1FBA4BCCB42B}" dt="2026-05-27T08:06:57.425" v="0" actId="26606"/>
          <ac:spMkLst>
            <pc:docMk/>
            <pc:sldMk cId="0" sldId="258"/>
            <ac:spMk id="5" creationId="{00000000-0000-0000-0000-000000000000}"/>
          </ac:spMkLst>
        </pc:spChg>
        <pc:spChg chg="mod">
          <ac:chgData name="Rudnikova, Maria [JANRU]" userId="e474e582-7f21-4f06-b7c5-fa1b94107321" providerId="ADAL" clId="{8CC3AA0E-8E52-4B1E-9432-1FBA4BCCB42B}" dt="2026-05-27T08:06:57.425" v="0" actId="26606"/>
          <ac:spMkLst>
            <pc:docMk/>
            <pc:sldMk cId="0" sldId="258"/>
            <ac:spMk id="6" creationId="{00000000-0000-0000-0000-000000000000}"/>
          </ac:spMkLst>
        </pc:spChg>
        <pc:spChg chg="mod">
          <ac:chgData name="Rudnikova, Maria [JANRU]" userId="e474e582-7f21-4f06-b7c5-fa1b94107321" providerId="ADAL" clId="{8CC3AA0E-8E52-4B1E-9432-1FBA4BCCB42B}" dt="2026-05-27T08:06:57.425" v="0" actId="26606"/>
          <ac:spMkLst>
            <pc:docMk/>
            <pc:sldMk cId="0" sldId="258"/>
            <ac:spMk id="7" creationId="{00000000-0000-0000-0000-000000000000}"/>
          </ac:spMkLst>
        </pc:spChg>
        <pc:spChg chg="mod">
          <ac:chgData name="Rudnikova, Maria [JANRU]" userId="e474e582-7f21-4f06-b7c5-fa1b94107321" providerId="ADAL" clId="{8CC3AA0E-8E52-4B1E-9432-1FBA4BCCB42B}" dt="2026-05-27T08:06:57.425" v="0" actId="26606"/>
          <ac:spMkLst>
            <pc:docMk/>
            <pc:sldMk cId="0" sldId="258"/>
            <ac:spMk id="10" creationId="{00000000-0000-0000-0000-000000000000}"/>
          </ac:spMkLst>
        </pc:spChg>
        <pc:spChg chg="mod">
          <ac:chgData name="Rudnikova, Maria [JANRU]" userId="e474e582-7f21-4f06-b7c5-fa1b94107321" providerId="ADAL" clId="{8CC3AA0E-8E52-4B1E-9432-1FBA4BCCB42B}" dt="2026-05-27T08:06:57.425" v="0" actId="26606"/>
          <ac:spMkLst>
            <pc:docMk/>
            <pc:sldMk cId="0" sldId="258"/>
            <ac:spMk id="12" creationId="{00000000-0000-0000-0000-000000000000}"/>
          </ac:spMkLst>
        </pc:spChg>
        <pc:spChg chg="mod">
          <ac:chgData name="Rudnikova, Maria [JANRU]" userId="e474e582-7f21-4f06-b7c5-fa1b94107321" providerId="ADAL" clId="{8CC3AA0E-8E52-4B1E-9432-1FBA4BCCB42B}" dt="2026-05-27T08:06:57.425" v="0" actId="26606"/>
          <ac:spMkLst>
            <pc:docMk/>
            <pc:sldMk cId="0" sldId="258"/>
            <ac:spMk id="13" creationId="{00000000-0000-0000-0000-000000000000}"/>
          </ac:spMkLst>
        </pc:spChg>
        <pc:spChg chg="mod">
          <ac:chgData name="Rudnikova, Maria [JANRU]" userId="e474e582-7f21-4f06-b7c5-fa1b94107321" providerId="ADAL" clId="{8CC3AA0E-8E52-4B1E-9432-1FBA4BCCB42B}" dt="2026-05-27T08:06:57.425" v="0" actId="26606"/>
          <ac:spMkLst>
            <pc:docMk/>
            <pc:sldMk cId="0" sldId="258"/>
            <ac:spMk id="14" creationId="{00000000-0000-0000-0000-000000000000}"/>
          </ac:spMkLst>
        </pc:spChg>
        <pc:spChg chg="mod">
          <ac:chgData name="Rudnikova, Maria [JANRU]" userId="e474e582-7f21-4f06-b7c5-fa1b94107321" providerId="ADAL" clId="{8CC3AA0E-8E52-4B1E-9432-1FBA4BCCB42B}" dt="2026-05-27T08:06:57.425" v="0" actId="26606"/>
          <ac:spMkLst>
            <pc:docMk/>
            <pc:sldMk cId="0" sldId="258"/>
            <ac:spMk id="15" creationId="{00000000-0000-0000-0000-000000000000}"/>
          </ac:spMkLst>
        </pc:spChg>
        <pc:spChg chg="mod">
          <ac:chgData name="Rudnikova, Maria [JANRU]" userId="e474e582-7f21-4f06-b7c5-fa1b94107321" providerId="ADAL" clId="{8CC3AA0E-8E52-4B1E-9432-1FBA4BCCB42B}" dt="2026-05-27T08:06:57.425" v="0" actId="26606"/>
          <ac:spMkLst>
            <pc:docMk/>
            <pc:sldMk cId="0" sldId="258"/>
            <ac:spMk id="17" creationId="{00000000-0000-0000-0000-000000000000}"/>
          </ac:spMkLst>
        </pc:spChg>
      </pc:sldChg>
      <pc:sldChg chg="modSp mod setBg modClrScheme chgLayout modNotes">
        <pc:chgData name="Rudnikova, Maria [JANRU]" userId="e474e582-7f21-4f06-b7c5-fa1b94107321" providerId="ADAL" clId="{8CC3AA0E-8E52-4B1E-9432-1FBA4BCCB42B}" dt="2026-05-27T08:06:57.425" v="0" actId="26606"/>
        <pc:sldMkLst>
          <pc:docMk/>
          <pc:sldMk cId="0" sldId="259"/>
        </pc:sldMkLst>
        <pc:spChg chg="mod">
          <ac:chgData name="Rudnikova, Maria [JANRU]" userId="e474e582-7f21-4f06-b7c5-fa1b94107321" providerId="ADAL" clId="{8CC3AA0E-8E52-4B1E-9432-1FBA4BCCB42B}" dt="2026-05-27T08:06:57.425" v="0" actId="26606"/>
          <ac:spMkLst>
            <pc:docMk/>
            <pc:sldMk cId="0" sldId="259"/>
            <ac:spMk id="2" creationId="{00000000-0000-0000-0000-000000000000}"/>
          </ac:spMkLst>
        </pc:spChg>
        <pc:spChg chg="mod">
          <ac:chgData name="Rudnikova, Maria [JANRU]" userId="e474e582-7f21-4f06-b7c5-fa1b94107321" providerId="ADAL" clId="{8CC3AA0E-8E52-4B1E-9432-1FBA4BCCB42B}" dt="2026-05-27T08:06:57.425" v="0" actId="26606"/>
          <ac:spMkLst>
            <pc:docMk/>
            <pc:sldMk cId="0" sldId="259"/>
            <ac:spMk id="3" creationId="{00000000-0000-0000-0000-000000000000}"/>
          </ac:spMkLst>
        </pc:spChg>
        <pc:spChg chg="mod">
          <ac:chgData name="Rudnikova, Maria [JANRU]" userId="e474e582-7f21-4f06-b7c5-fa1b94107321" providerId="ADAL" clId="{8CC3AA0E-8E52-4B1E-9432-1FBA4BCCB42B}" dt="2026-05-27T08:06:57.425" v="0" actId="26606"/>
          <ac:spMkLst>
            <pc:docMk/>
            <pc:sldMk cId="0" sldId="259"/>
            <ac:spMk id="4" creationId="{00000000-0000-0000-0000-000000000000}"/>
          </ac:spMkLst>
        </pc:spChg>
        <pc:spChg chg="mod">
          <ac:chgData name="Rudnikova, Maria [JANRU]" userId="e474e582-7f21-4f06-b7c5-fa1b94107321" providerId="ADAL" clId="{8CC3AA0E-8E52-4B1E-9432-1FBA4BCCB42B}" dt="2026-05-27T08:06:57.425" v="0" actId="26606"/>
          <ac:spMkLst>
            <pc:docMk/>
            <pc:sldMk cId="0" sldId="259"/>
            <ac:spMk id="6" creationId="{00000000-0000-0000-0000-000000000000}"/>
          </ac:spMkLst>
        </pc:spChg>
        <pc:spChg chg="mod">
          <ac:chgData name="Rudnikova, Maria [JANRU]" userId="e474e582-7f21-4f06-b7c5-fa1b94107321" providerId="ADAL" clId="{8CC3AA0E-8E52-4B1E-9432-1FBA4BCCB42B}" dt="2026-05-27T08:06:57.425" v="0" actId="26606"/>
          <ac:spMkLst>
            <pc:docMk/>
            <pc:sldMk cId="0" sldId="259"/>
            <ac:spMk id="7" creationId="{00000000-0000-0000-0000-000000000000}"/>
          </ac:spMkLst>
        </pc:spChg>
        <pc:graphicFrameChg chg="mod">
          <ac:chgData name="Rudnikova, Maria [JANRU]" userId="e474e582-7f21-4f06-b7c5-fa1b94107321" providerId="ADAL" clId="{8CC3AA0E-8E52-4B1E-9432-1FBA4BCCB42B}" dt="2026-05-27T08:06:57.425" v="0" actId="26606"/>
          <ac:graphicFrameMkLst>
            <pc:docMk/>
            <pc:sldMk cId="0" sldId="259"/>
            <ac:graphicFrameMk id="5" creationId="{00000000-0000-0000-0000-000000000000}"/>
          </ac:graphicFrameMkLst>
        </pc:graphicFrameChg>
      </pc:sldChg>
      <pc:sldChg chg="modSp mod setBg modClrScheme chgLayout modNotes">
        <pc:chgData name="Rudnikova, Maria [JANRU]" userId="e474e582-7f21-4f06-b7c5-fa1b94107321" providerId="ADAL" clId="{8CC3AA0E-8E52-4B1E-9432-1FBA4BCCB42B}" dt="2026-05-27T08:06:57.425" v="0" actId="26606"/>
        <pc:sldMkLst>
          <pc:docMk/>
          <pc:sldMk cId="0" sldId="260"/>
        </pc:sldMkLst>
        <pc:spChg chg="mod">
          <ac:chgData name="Rudnikova, Maria [JANRU]" userId="e474e582-7f21-4f06-b7c5-fa1b94107321" providerId="ADAL" clId="{8CC3AA0E-8E52-4B1E-9432-1FBA4BCCB42B}" dt="2026-05-27T08:06:57.425" v="0" actId="26606"/>
          <ac:spMkLst>
            <pc:docMk/>
            <pc:sldMk cId="0" sldId="260"/>
            <ac:spMk id="3" creationId="{00000000-0000-0000-0000-000000000000}"/>
          </ac:spMkLst>
        </pc:spChg>
        <pc:spChg chg="mod">
          <ac:chgData name="Rudnikova, Maria [JANRU]" userId="e474e582-7f21-4f06-b7c5-fa1b94107321" providerId="ADAL" clId="{8CC3AA0E-8E52-4B1E-9432-1FBA4BCCB42B}" dt="2026-05-27T08:06:57.425" v="0" actId="26606"/>
          <ac:spMkLst>
            <pc:docMk/>
            <pc:sldMk cId="0" sldId="260"/>
            <ac:spMk id="4" creationId="{00000000-0000-0000-0000-000000000000}"/>
          </ac:spMkLst>
        </pc:spChg>
        <pc:spChg chg="mod">
          <ac:chgData name="Rudnikova, Maria [JANRU]" userId="e474e582-7f21-4f06-b7c5-fa1b94107321" providerId="ADAL" clId="{8CC3AA0E-8E52-4B1E-9432-1FBA4BCCB42B}" dt="2026-05-27T08:06:57.425" v="0" actId="26606"/>
          <ac:spMkLst>
            <pc:docMk/>
            <pc:sldMk cId="0" sldId="260"/>
            <ac:spMk id="7" creationId="{00000000-0000-0000-0000-000000000000}"/>
          </ac:spMkLst>
        </pc:spChg>
        <pc:spChg chg="mod">
          <ac:chgData name="Rudnikova, Maria [JANRU]" userId="e474e582-7f21-4f06-b7c5-fa1b94107321" providerId="ADAL" clId="{8CC3AA0E-8E52-4B1E-9432-1FBA4BCCB42B}" dt="2026-05-27T08:06:57.425" v="0" actId="26606"/>
          <ac:spMkLst>
            <pc:docMk/>
            <pc:sldMk cId="0" sldId="260"/>
            <ac:spMk id="8" creationId="{00000000-0000-0000-0000-000000000000}"/>
          </ac:spMkLst>
        </pc:spChg>
        <pc:spChg chg="mod">
          <ac:chgData name="Rudnikova, Maria [JANRU]" userId="e474e582-7f21-4f06-b7c5-fa1b94107321" providerId="ADAL" clId="{8CC3AA0E-8E52-4B1E-9432-1FBA4BCCB42B}" dt="2026-05-27T08:06:57.425" v="0" actId="26606"/>
          <ac:spMkLst>
            <pc:docMk/>
            <pc:sldMk cId="0" sldId="260"/>
            <ac:spMk id="9" creationId="{00000000-0000-0000-0000-000000000000}"/>
          </ac:spMkLst>
        </pc:spChg>
        <pc:spChg chg="mod">
          <ac:chgData name="Rudnikova, Maria [JANRU]" userId="e474e582-7f21-4f06-b7c5-fa1b94107321" providerId="ADAL" clId="{8CC3AA0E-8E52-4B1E-9432-1FBA4BCCB42B}" dt="2026-05-27T08:06:57.425" v="0" actId="26606"/>
          <ac:spMkLst>
            <pc:docMk/>
            <pc:sldMk cId="0" sldId="260"/>
            <ac:spMk id="11" creationId="{00000000-0000-0000-0000-000000000000}"/>
          </ac:spMkLst>
        </pc:spChg>
        <pc:spChg chg="mod">
          <ac:chgData name="Rudnikova, Maria [JANRU]" userId="e474e582-7f21-4f06-b7c5-fa1b94107321" providerId="ADAL" clId="{8CC3AA0E-8E52-4B1E-9432-1FBA4BCCB42B}" dt="2026-05-27T08:06:57.425" v="0" actId="26606"/>
          <ac:spMkLst>
            <pc:docMk/>
            <pc:sldMk cId="0" sldId="260"/>
            <ac:spMk id="12" creationId="{00000000-0000-0000-0000-000000000000}"/>
          </ac:spMkLst>
        </pc:spChg>
        <pc:spChg chg="mod">
          <ac:chgData name="Rudnikova, Maria [JANRU]" userId="e474e582-7f21-4f06-b7c5-fa1b94107321" providerId="ADAL" clId="{8CC3AA0E-8E52-4B1E-9432-1FBA4BCCB42B}" dt="2026-05-27T08:06:57.425" v="0" actId="26606"/>
          <ac:spMkLst>
            <pc:docMk/>
            <pc:sldMk cId="0" sldId="260"/>
            <ac:spMk id="14" creationId="{00000000-0000-0000-0000-000000000000}"/>
          </ac:spMkLst>
        </pc:spChg>
        <pc:spChg chg="mod">
          <ac:chgData name="Rudnikova, Maria [JANRU]" userId="e474e582-7f21-4f06-b7c5-fa1b94107321" providerId="ADAL" clId="{8CC3AA0E-8E52-4B1E-9432-1FBA4BCCB42B}" dt="2026-05-27T08:06:57.425" v="0" actId="26606"/>
          <ac:spMkLst>
            <pc:docMk/>
            <pc:sldMk cId="0" sldId="260"/>
            <ac:spMk id="15" creationId="{00000000-0000-0000-0000-000000000000}"/>
          </ac:spMkLst>
        </pc:spChg>
        <pc:spChg chg="mod">
          <ac:chgData name="Rudnikova, Maria [JANRU]" userId="e474e582-7f21-4f06-b7c5-fa1b94107321" providerId="ADAL" clId="{8CC3AA0E-8E52-4B1E-9432-1FBA4BCCB42B}" dt="2026-05-27T08:06:57.425" v="0" actId="26606"/>
          <ac:spMkLst>
            <pc:docMk/>
            <pc:sldMk cId="0" sldId="260"/>
            <ac:spMk id="18" creationId="{00000000-0000-0000-0000-000000000000}"/>
          </ac:spMkLst>
        </pc:spChg>
      </pc:sldChg>
      <pc:sldMasterChg chg="del delSldLayout">
        <pc:chgData name="Rudnikova, Maria [JANRU]" userId="e474e582-7f21-4f06-b7c5-fa1b94107321" providerId="ADAL" clId="{8CC3AA0E-8E52-4B1E-9432-1FBA4BCCB42B}" dt="2026-05-27T08:06:57.425" v="0" actId="26606"/>
        <pc:sldMasterMkLst>
          <pc:docMk/>
          <pc:sldMasterMk cId="0" sldId="2147483648"/>
        </pc:sldMasterMkLst>
        <pc:sldLayoutChg chg="del">
          <pc:chgData name="Rudnikova, Maria [JANRU]" userId="e474e582-7f21-4f06-b7c5-fa1b94107321" providerId="ADAL" clId="{8CC3AA0E-8E52-4B1E-9432-1FBA4BCCB42B}" dt="2026-05-27T08:06:57.425" v="0" actId="26606"/>
          <pc:sldLayoutMkLst>
            <pc:docMk/>
            <pc:sldMasterMk cId="0" sldId="2147483648"/>
            <pc:sldLayoutMk cId="0" sldId="2147483649"/>
          </pc:sldLayoutMkLst>
        </pc:sldLayoutChg>
      </pc:sldMasterChg>
      <pc:sldMasterChg chg="add addSldLayout">
        <pc:chgData name="Rudnikova, Maria [JANRU]" userId="e474e582-7f21-4f06-b7c5-fa1b94107321" providerId="ADAL" clId="{8CC3AA0E-8E52-4B1E-9432-1FBA4BCCB42B}" dt="2026-05-27T08:06:57.425" v="0" actId="26606"/>
        <pc:sldMasterMkLst>
          <pc:docMk/>
          <pc:sldMasterMk cId="3543768889" sldId="2147483679"/>
        </pc:sldMasterMkLst>
        <pc:sldLayoutChg chg="add">
          <pc:chgData name="Rudnikova, Maria [JANRU]" userId="e474e582-7f21-4f06-b7c5-fa1b94107321" providerId="ADAL" clId="{8CC3AA0E-8E52-4B1E-9432-1FBA4BCCB42B}" dt="2026-05-27T08:06:57.425" v="0" actId="26606"/>
          <pc:sldLayoutMkLst>
            <pc:docMk/>
            <pc:sldMasterMk cId="3543768889" sldId="2147483679"/>
            <pc:sldLayoutMk cId="2655019450" sldId="2147483680"/>
          </pc:sldLayoutMkLst>
        </pc:sldLayoutChg>
        <pc:sldLayoutChg chg="add">
          <pc:chgData name="Rudnikova, Maria [JANRU]" userId="e474e582-7f21-4f06-b7c5-fa1b94107321" providerId="ADAL" clId="{8CC3AA0E-8E52-4B1E-9432-1FBA4BCCB42B}" dt="2026-05-27T08:06:57.425" v="0" actId="26606"/>
          <pc:sldLayoutMkLst>
            <pc:docMk/>
            <pc:sldMasterMk cId="3543768889" sldId="2147483679"/>
            <pc:sldLayoutMk cId="1841252541" sldId="2147483685"/>
          </pc:sldLayoutMkLst>
        </pc:sldLayout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col"/>
        <c:grouping val="clustered"/>
        <c:varyColors val="0"/>
        <c:ser>
          <c:idx val="0"/>
          <c:order val="0"/>
          <c:tx>
            <c:strRef>
              <c:f>Sheet1!$B$1</c:f>
              <c:strCache>
                <c:ptCount val="1"/>
                <c:pt idx="0">
                  <c:v>Delivery Timeline (days)</c:v>
                </c:pt>
              </c:strCache>
            </c:strRef>
          </c:tx>
          <c:spPr>
            <a:solidFill>
              <a:srgbClr val="EB1700"/>
            </a:solidFill>
            <a:effectLst/>
          </c:spPr>
          <c:invertIfNegative val="0"/>
          <c:dLbls>
            <c:numFmt formatCode="#,##0" sourceLinked="0"/>
            <c:spPr>
              <a:noFill/>
              <a:ln>
                <a:noFill/>
              </a:ln>
              <a:effectLst/>
            </c:spPr>
            <c:txPr>
              <a:bodyPr/>
              <a:lstStyle/>
              <a:p>
                <a:pPr>
                  <a:defRPr sz="1000" b="0" i="0" u="none" strike="noStrike">
                    <a:solidFill>
                      <a:srgbClr val="21212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BIND567</c:v>
                </c:pt>
                <c:pt idx="1">
                  <c:v>COMP042</c:v>
                </c:pt>
                <c:pt idx="2">
                  <c:v>COMP043</c:v>
                </c:pt>
              </c:strCache>
            </c:strRef>
          </c:cat>
          <c:val>
            <c:numRef>
              <c:f>Sheet1!$B$2:$B$4</c:f>
              <c:numCache>
                <c:formatCode>General</c:formatCode>
                <c:ptCount val="3"/>
                <c:pt idx="0">
                  <c:v>64</c:v>
                </c:pt>
                <c:pt idx="1">
                  <c:v>13</c:v>
                </c:pt>
                <c:pt idx="2">
                  <c:v>8</c:v>
                </c:pt>
              </c:numCache>
            </c:numRef>
          </c:val>
          <c:extLst>
            <c:ext xmlns:c16="http://schemas.microsoft.com/office/drawing/2014/chart" uri="{C3380CC4-5D6E-409C-BE32-E72D297353CC}">
              <c16:uniqueId val="{00000000-6E08-4B80-BD6C-253AD85BA06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0F0F0"/>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col"/>
        <c:grouping val="clustered"/>
        <c:varyColors val="0"/>
        <c:ser>
          <c:idx val="0"/>
          <c:order val="0"/>
          <c:tx>
            <c:strRef>
              <c:f>Sheet1!$B$1</c:f>
              <c:strCache>
                <c:ptCount val="1"/>
                <c:pt idx="0">
                  <c:v>Lead Time Variance (days)</c:v>
                </c:pt>
              </c:strCache>
            </c:strRef>
          </c:tx>
          <c:spPr>
            <a:solidFill>
              <a:srgbClr val="003479"/>
            </a:solidFill>
            <a:effectLst/>
          </c:spPr>
          <c:invertIfNegative val="0"/>
          <c:dLbls>
            <c:numFmt formatCode="#,##0" sourceLinked="0"/>
            <c:spPr>
              <a:noFill/>
              <a:ln>
                <a:noFill/>
              </a:ln>
              <a:effectLst/>
            </c:spPr>
            <c:txPr>
              <a:bodyPr/>
              <a:lstStyle/>
              <a:p>
                <a:pPr>
                  <a:defRPr sz="1000" b="0" i="0" u="none" strike="noStrike">
                    <a:solidFill>
                      <a:srgbClr val="21212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BIND567</c:v>
                </c:pt>
                <c:pt idx="1">
                  <c:v>COMP042</c:v>
                </c:pt>
                <c:pt idx="2">
                  <c:v>COMP043</c:v>
                </c:pt>
              </c:strCache>
            </c:strRef>
          </c:cat>
          <c:val>
            <c:numRef>
              <c:f>Sheet1!$B$2:$B$4</c:f>
              <c:numCache>
                <c:formatCode>General</c:formatCode>
                <c:ptCount val="3"/>
                <c:pt idx="0">
                  <c:v>26</c:v>
                </c:pt>
                <c:pt idx="1">
                  <c:v>8</c:v>
                </c:pt>
                <c:pt idx="2">
                  <c:v>5</c:v>
                </c:pt>
              </c:numCache>
            </c:numRef>
          </c:val>
          <c:extLst>
            <c:ext xmlns:c16="http://schemas.microsoft.com/office/drawing/2014/chart" uri="{C3380CC4-5D6E-409C-BE32-E72D297353CC}">
              <c16:uniqueId val="{00000000-69B3-4F0B-8686-79AD86FB142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0F0F0"/>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Johnson Display" pitchFamily="2" charset="77"/>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Johnson Display" pitchFamily="2" charset="77"/>
              </a:defRPr>
            </a:lvl1pPr>
          </a:lstStyle>
          <a:p>
            <a:fld id="{BA4529F8-1B9C-C04B-A698-DC6C48C547B6}" type="datetimeFigureOut">
              <a:rPr lang="en-US" smtClean="0"/>
              <a:pPr/>
              <a:t>5/27/2026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Johnson Display" pitchFamily="2" charset="77"/>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Johnson Display" pitchFamily="2" charset="77"/>
              </a:defRPr>
            </a:lvl1pPr>
          </a:lstStyle>
          <a:p>
            <a:fld id="{08B18E93-EE38-CB4F-AFC1-65CB91DBAD44}" type="slidenum">
              <a:rPr lang="en-US" smtClean="0"/>
              <a:pPr/>
              <a:t>‹#›</a:t>
            </a:fld>
            <a:endParaRPr lang="en-US" dirty="0"/>
          </a:p>
        </p:txBody>
      </p:sp>
    </p:spTree>
    <p:extLst>
      <p:ext uri="{BB962C8B-B14F-4D97-AF65-F5344CB8AC3E}">
        <p14:creationId xmlns:p14="http://schemas.microsoft.com/office/powerpoint/2010/main" val="1041574117"/>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Johnson Display" pitchFamily="2" charset="77"/>
        <a:ea typeface="+mn-ea"/>
        <a:cs typeface="+mn-cs"/>
      </a:defRPr>
    </a:lvl1pPr>
    <a:lvl2pPr marL="457200" algn="l" defTabSz="914400" rtl="0" eaLnBrk="1" latinLnBrk="0" hangingPunct="1">
      <a:defRPr sz="1200" b="0" i="0" kern="1200">
        <a:solidFill>
          <a:schemeClr val="tx1"/>
        </a:solidFill>
        <a:latin typeface="Johnson Display" pitchFamily="2" charset="77"/>
        <a:ea typeface="+mn-ea"/>
        <a:cs typeface="+mn-cs"/>
      </a:defRPr>
    </a:lvl2pPr>
    <a:lvl3pPr marL="914400" algn="l" defTabSz="914400" rtl="0" eaLnBrk="1" latinLnBrk="0" hangingPunct="1">
      <a:defRPr sz="1200" b="0" i="0" kern="1200">
        <a:solidFill>
          <a:schemeClr val="tx1"/>
        </a:solidFill>
        <a:latin typeface="Johnson Display" pitchFamily="2" charset="77"/>
        <a:ea typeface="+mn-ea"/>
        <a:cs typeface="+mn-cs"/>
      </a:defRPr>
    </a:lvl3pPr>
    <a:lvl4pPr marL="1371600" algn="l" defTabSz="914400" rtl="0" eaLnBrk="1" latinLnBrk="0" hangingPunct="1">
      <a:defRPr sz="1200" b="0" i="0" kern="1200">
        <a:solidFill>
          <a:schemeClr val="tx1"/>
        </a:solidFill>
        <a:latin typeface="Johnson Display" pitchFamily="2" charset="77"/>
        <a:ea typeface="+mn-ea"/>
        <a:cs typeface="+mn-cs"/>
      </a:defRPr>
    </a:lvl4pPr>
    <a:lvl5pPr marL="1828800" algn="l" defTabSz="914400" rtl="0" eaLnBrk="1" latinLnBrk="0" hangingPunct="1">
      <a:defRPr sz="1200" b="0" i="0" kern="1200">
        <a:solidFill>
          <a:schemeClr val="tx1"/>
        </a:solidFill>
        <a:latin typeface="Johnson Display" pitchFamily="2" charset="77"/>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Welcome and Context</a:t>
            </a:r>
          </a:p>
          <a:p>
            <a:r>
              <a:rPr lang="en-US"/>
              <a:t>Welcome to the Supply Chain Challenges, Compliance Findings, and Recommended Actions presentation. This briefing summarizes our findings from the supply chain risk and compliance analysis across three critical components: BIND567, COMP042, and COMP043.</a:t>
            </a:r>
          </a:p>
          <a:p>
            <a:r>
              <a:rPr lang="en-US"/>
              <a:t> </a:t>
            </a:r>
          </a:p>
          <a:p>
            <a:r>
              <a:rPr lang="en-US" b="1"/>
              <a:t>Objective</a:t>
            </a:r>
          </a:p>
          <a:p>
            <a:r>
              <a:rPr lang="en-US"/>
              <a:t>Our objective today is to walk leadership through the main operational and compliance risks we have identified, explain their root causes with supporting data, and align on the priority actions needed to improve supply resilience, quality, and FDA compliance readiness.</a:t>
            </a:r>
          </a:p>
          <a:p>
            <a:r>
              <a:rPr lang="en-US"/>
              <a:t> </a:t>
            </a:r>
          </a:p>
          <a:p>
            <a:r>
              <a:rPr lang="en-US" b="1"/>
              <a:t>Expected Outcome</a:t>
            </a:r>
          </a:p>
          <a:p>
            <a:r>
              <a:rPr lang="en-US"/>
              <a:t>By the end of this session, we should have clear ownership assignments and an agreed timeline for execution across all action streams.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Scope and Key Issues</a:t>
            </a:r>
          </a:p>
          <a:p>
            <a:r>
              <a:rPr lang="en-US"/>
              <a:t>This slide provides a high-level summary structured around three pillars — Scope, Key Issues, and Objective — followed by component-level detail for each flagged item.</a:t>
            </a:r>
          </a:p>
          <a:p>
            <a:r>
              <a:rPr lang="en-US"/>
              <a:t> </a:t>
            </a:r>
          </a:p>
          <a:p>
            <a:r>
              <a:rPr lang="en-US" b="1"/>
              <a:t>BIND567 (EcoSupply)</a:t>
            </a:r>
          </a:p>
          <a:p>
            <a:r>
              <a:rPr lang="en-US"/>
              <a:t>The 64-day delivery timeline is the longest across all three components. While EcoSupply shows generally strong reliability, the 26-day lead time variance means planning uncertainty remains a significant concern. Long replenishment cycles reduce our flexibility to respond when timing slips.</a:t>
            </a:r>
          </a:p>
          <a:p>
            <a:r>
              <a:rPr lang="en-US"/>
              <a:t> </a:t>
            </a:r>
          </a:p>
          <a:p>
            <a:r>
              <a:rPr lang="en-US" b="1"/>
              <a:t>COMP042 (PrimeLogistics)</a:t>
            </a:r>
          </a:p>
          <a:p>
            <a:r>
              <a:rPr lang="en-US"/>
              <a:t>PrimeLogistics has lower supplier reliability compared with stronger performers. The 13-day timeline exceeds typical thresholds and may require expedited shipping, increasing cost pressure and reducing operational flexibility.</a:t>
            </a:r>
          </a:p>
          <a:p>
            <a:r>
              <a:rPr lang="en-US"/>
              <a:t> </a:t>
            </a:r>
          </a:p>
          <a:p>
            <a:r>
              <a:rPr lang="en-US" b="1"/>
              <a:t>COMP043 (NextGen Pharma)</a:t>
            </a:r>
          </a:p>
          <a:p>
            <a:r>
              <a:rPr lang="en-US"/>
              <a:t>This component has a relatively high defect rate and weaker forecast accuracy. These quality and planning issues could disrupt production continuity and create additional compliance pressure if not addressed proactively.</a:t>
            </a:r>
          </a:p>
          <a:p>
            <a:r>
              <a:rPr lang="en-US"/>
              <a:t> </a:t>
            </a:r>
          </a:p>
          <a:p>
            <a:r>
              <a:rPr lang="en-US" b="1"/>
              <a:t>FDA Compliance Note</a:t>
            </a:r>
          </a:p>
          <a:p>
            <a:r>
              <a:rPr lang="en-US"/>
              <a:t>All three components are flagged for FDA compliance monitoring. Late deliveries, expediting decisions, or supplier adjustments require disciplined documentation to avoid audit gaps and maintain traceability.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Data Insights Overview</a:t>
            </a:r>
          </a:p>
          <a:p>
            <a:r>
              <a:rPr lang="en-US"/>
              <a:t>This dashboard gives us the headline metrics from the analysis. Let me highlight what matters most.</a:t>
            </a:r>
          </a:p>
          <a:p>
            <a:r>
              <a:rPr lang="en-US"/>
              <a:t> </a:t>
            </a:r>
          </a:p>
          <a:p>
            <a:r>
              <a:rPr lang="en-US" b="1"/>
              <a:t>KPI Targets</a:t>
            </a:r>
          </a:p>
          <a:p>
            <a:r>
              <a:rPr lang="en-US"/>
              <a:t>The 95% on-time delivery target is our primary supply continuity indicator. We are targeting a defect rate below 2% for high-priority components. All three flagged components currently carry a Medium risk rating, which is manageable but warrants tighter control.</a:t>
            </a:r>
          </a:p>
          <a:p>
            <a:r>
              <a:rPr lang="en-US"/>
              <a:t> </a:t>
            </a:r>
          </a:p>
          <a:p>
            <a:r>
              <a:rPr lang="en-US" b="1"/>
              <a:t>Delivery Timeline Chart</a:t>
            </a:r>
          </a:p>
          <a:p>
            <a:r>
              <a:rPr lang="en-US"/>
              <a:t>The left chart shows the stark contrast in delivery timelines. BIND567 at 64 days is nearly five times longer than COMP042 at 13 days and eight times longer than COMP043 at 8 days. This long cycle time is the primary driver of planning risk for BIND567.</a:t>
            </a:r>
          </a:p>
          <a:p>
            <a:r>
              <a:rPr lang="en-US"/>
              <a:t> </a:t>
            </a:r>
          </a:p>
          <a:p>
            <a:r>
              <a:rPr lang="en-US" b="1"/>
              <a:t>Lead Time Variance Chart</a:t>
            </a:r>
          </a:p>
          <a:p>
            <a:r>
              <a:rPr lang="en-US"/>
              <a:t>The right chart shows lead time variance — the unpredictability factor. BIND567 again leads at 26 days of variance, which means even though average delivery is 64 days, actual receipt could swing significantly. COMP042 shows 8 days and COMP043 shows 5 days of variance. High variance makes inventory planning unreliable and increases the likelihood of reactive interventions.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Proposed Solutions Overview</a:t>
            </a:r>
          </a:p>
          <a:p>
            <a:r>
              <a:rPr lang="en-US"/>
              <a:t>Based on our analysis, we have five prioritized recommendations, each with a clear owner and focus area.</a:t>
            </a:r>
          </a:p>
          <a:p>
            <a:r>
              <a:rPr lang="en-US"/>
              <a:t> </a:t>
            </a:r>
          </a:p>
          <a:p>
            <a:r>
              <a:rPr lang="en-US" b="1"/>
              <a:t>Action 1 — BIND567 Supplier Management</a:t>
            </a:r>
          </a:p>
          <a:p>
            <a:r>
              <a:rPr lang="en-US"/>
              <a:t>Priority one is negotiating expedited shipping terms with EcoSupply and increasing inventory buffers. Because overall supplier reliability is strong, the most useful action is improved planning discipline and earlier order triggering rather than immediate supplier replacement.</a:t>
            </a:r>
          </a:p>
          <a:p>
            <a:r>
              <a:rPr lang="en-US"/>
              <a:t> </a:t>
            </a:r>
          </a:p>
          <a:p>
            <a:r>
              <a:rPr lang="en-US" b="1"/>
              <a:t>Action 2 — COMP042 Delivery</a:t>
            </a:r>
          </a:p>
          <a:p>
            <a:r>
              <a:rPr lang="en-US"/>
              <a:t>Work with PrimeLogistics on demand planning alignment and adjust order cycles to account for lead time variance. If performance does not improve, prequalifying an alternative source would reduce operational risk.</a:t>
            </a:r>
          </a:p>
          <a:p>
            <a:r>
              <a:rPr lang="en-US"/>
              <a:t> </a:t>
            </a:r>
          </a:p>
          <a:p>
            <a:r>
              <a:rPr lang="en-US" b="1"/>
              <a:t>Action 3 — COMP043 Quality</a:t>
            </a:r>
          </a:p>
          <a:p>
            <a:r>
              <a:rPr lang="en-US"/>
              <a:t>The relatively high defect rate indicates the need for enhanced incoming inspection, supplier quality review, and root cause follow-up. Weaker forecast accuracy should be addressed through closer demand planning coordination.</a:t>
            </a:r>
          </a:p>
          <a:p>
            <a:r>
              <a:rPr lang="en-US"/>
              <a:t> </a:t>
            </a:r>
          </a:p>
          <a:p>
            <a:r>
              <a:rPr lang="en-US" b="1"/>
              <a:t>Actions 4 and 5 — Cross-Cutting</a:t>
            </a:r>
          </a:p>
          <a:p>
            <a:r>
              <a:rPr lang="en-US"/>
              <a:t>Qualifying secondary suppliers provides contingency coverage, while strengthening monitoring dashboards gives us early warning on delivery, defect, and inventory trends. These preventive controls move us away from reactive firefighting toward a controlled operating model.</a:t>
            </a:r>
          </a:p>
          <a:p>
            <a:r>
              <a:rPr lang="en-US"/>
              <a:t> </a:t>
            </a:r>
          </a:p>
          <a:p>
            <a:r>
              <a:rPr lang="en-US" b="1"/>
              <a:t>Key Insight</a:t>
            </a:r>
          </a:p>
          <a:p>
            <a:r>
              <a:rPr lang="en-US"/>
              <a:t>Overdue maintenance drives a 44% higher defect rate. Current mitigation plans rely heavily on expediting and inventory increases — addressing symptoms rather than root causes. We need to shift toward preventive controls.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Implementation Plan Overview</a:t>
            </a:r>
          </a:p>
          <a:p>
            <a:r>
              <a:rPr lang="en-US"/>
              <a:t>This slide lays out our three-phase action plan with clear timelines and monitoring framework.</a:t>
            </a:r>
          </a:p>
          <a:p>
            <a:r>
              <a:rPr lang="en-US"/>
              <a:t> </a:t>
            </a:r>
          </a:p>
          <a:p>
            <a:r>
              <a:rPr lang="en-US" b="1"/>
              <a:t>Immediate Actions (0–1 Week)</a:t>
            </a:r>
          </a:p>
          <a:p>
            <a:r>
              <a:rPr lang="en-US"/>
              <a:t>Starting this week, we need to notify suppliers of schedule sensitivity and request expedited shipping options where timing is at risk. We should conduct a rapid review of alternative supply coverage and adjust production plans to protect compliance windows. These are the quick wins that reduce exposure immediately.</a:t>
            </a:r>
          </a:p>
          <a:p>
            <a:r>
              <a:rPr lang="en-US"/>
              <a:t> </a:t>
            </a:r>
          </a:p>
          <a:p>
            <a:r>
              <a:rPr lang="en-US" b="1"/>
              <a:t>Short-Term Actions (1–3 Weeks)</a:t>
            </a:r>
          </a:p>
          <a:p>
            <a:r>
              <a:rPr lang="en-US"/>
              <a:t>Over the next few weeks, we work with suppliers to refine delivery schedules and reduce lead time variability. We update inventory management rules to reflect revised safety stock assumptions and prepare supporting compliance documentation for any approved mitigation actions.</a:t>
            </a:r>
          </a:p>
          <a:p>
            <a:r>
              <a:rPr lang="en-US"/>
              <a:t> </a:t>
            </a:r>
          </a:p>
          <a:p>
            <a:r>
              <a:rPr lang="en-US" b="1"/>
              <a:t>Long-Term Actions (1–3 Months)</a:t>
            </a:r>
          </a:p>
          <a:p>
            <a:r>
              <a:rPr lang="en-US"/>
              <a:t>Over the next quarter, we evaluate supplier performance trends, formalize contingency agreements with secondary suppliers, and implement stronger analytics to improve forecasting, inventory planning, and early risk detection. This is the structural work that prevents recurrence.</a:t>
            </a:r>
          </a:p>
          <a:p>
            <a:r>
              <a:rPr lang="en-US"/>
              <a:t> </a:t>
            </a:r>
          </a:p>
          <a:p>
            <a:r>
              <a:rPr lang="en-US" b="1"/>
              <a:t>Monitoring Framework</a:t>
            </a:r>
          </a:p>
          <a:p>
            <a:r>
              <a:rPr lang="en-US"/>
              <a:t>We will track on-time delivery rate targeting at least 95%, maintain defect rates below 2%, and establish a reporting cadence of daily exception reviews, weekly status summaries, and monthly performance assessments.</a:t>
            </a:r>
          </a:p>
          <a:p>
            <a:r>
              <a:rPr lang="en-US"/>
              <a:t> </a:t>
            </a:r>
          </a:p>
          <a:p>
            <a:r>
              <a:rPr lang="en-US" b="1"/>
              <a:t>Call to Action</a:t>
            </a:r>
          </a:p>
          <a:p>
            <a:r>
              <a:rPr lang="en-US"/>
              <a:t>Let us confirm action owners today and begin execution immediately. Cross-functional ownership is essential — no single team should carry the full burden. Every week of delay costs us measurable quality and compliance exposure.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A97A17AB-0114-CDE0-D80E-3AAA53BE4837}"/>
              </a:ext>
            </a:extLst>
          </p:cNvPr>
          <p:cNvSpPr>
            <a:spLocks noGrp="1"/>
          </p:cNvSpPr>
          <p:nvPr>
            <p:ph type="ctrTitle" hasCustomPrompt="1"/>
          </p:nvPr>
        </p:nvSpPr>
        <p:spPr>
          <a:xfrm>
            <a:off x="284806" y="262670"/>
            <a:ext cx="8676632" cy="3930563"/>
          </a:xfrm>
        </p:spPr>
        <p:txBody>
          <a:bodyPr anchor="t">
            <a:normAutofit/>
          </a:bodyPr>
          <a:lstStyle>
            <a:lvl1pPr algn="l">
              <a:lnSpc>
                <a:spcPct val="80000"/>
              </a:lnSpc>
              <a:defRPr sz="8000" b="0" i="0" spc="0" baseline="0">
                <a:solidFill>
                  <a:schemeClr val="bg1"/>
                </a:solidFill>
                <a:latin typeface="+mj-lt"/>
              </a:defRPr>
            </a:lvl1pPr>
          </a:lstStyle>
          <a:p>
            <a:r>
              <a:rPr lang="en-GB" dirty="0"/>
              <a:t>Longer titles will shrink automatically</a:t>
            </a:r>
          </a:p>
        </p:txBody>
      </p:sp>
      <p:sp>
        <p:nvSpPr>
          <p:cNvPr id="6" name="Subtitle 2">
            <a:extLst>
              <a:ext uri="{FF2B5EF4-FFF2-40B4-BE49-F238E27FC236}">
                <a16:creationId xmlns:a16="http://schemas.microsoft.com/office/drawing/2014/main" id="{342D80B8-9D94-A4FE-A104-C937BDCF8941}"/>
              </a:ext>
            </a:extLst>
          </p:cNvPr>
          <p:cNvSpPr>
            <a:spLocks noGrp="1"/>
          </p:cNvSpPr>
          <p:nvPr>
            <p:ph type="subTitle" idx="1" hasCustomPrompt="1"/>
          </p:nvPr>
        </p:nvSpPr>
        <p:spPr>
          <a:xfrm>
            <a:off x="284805" y="4889500"/>
            <a:ext cx="5760000" cy="865834"/>
          </a:xfrm>
        </p:spPr>
        <p:txBody>
          <a:bodyPr anchor="b"/>
          <a:lstStyle>
            <a:lvl1pPr marL="0" indent="0" algn="l">
              <a:lnSpc>
                <a:spcPct val="100000"/>
              </a:lnSpc>
              <a:spcBef>
                <a:spcPts val="0"/>
              </a:spcBef>
              <a:spcAft>
                <a:spcPts val="0"/>
              </a:spcAft>
              <a:buNone/>
              <a:defRPr sz="1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Supporting details. Delete if not required.</a:t>
            </a:r>
          </a:p>
        </p:txBody>
      </p:sp>
      <p:sp>
        <p:nvSpPr>
          <p:cNvPr id="2" name="Graphic 2">
            <a:extLst>
              <a:ext uri="{FF2B5EF4-FFF2-40B4-BE49-F238E27FC236}">
                <a16:creationId xmlns:a16="http://schemas.microsoft.com/office/drawing/2014/main" id="{FC18C372-E3E1-FE2B-B432-BD1E63E9A760}"/>
              </a:ext>
            </a:extLst>
          </p:cNvPr>
          <p:cNvSpPr>
            <a:spLocks noChangeAspect="1"/>
          </p:cNvSpPr>
          <p:nvPr userDrawn="1"/>
        </p:nvSpPr>
        <p:spPr>
          <a:xfrm>
            <a:off x="290513" y="6377853"/>
            <a:ext cx="2034000" cy="187309"/>
          </a:xfrm>
          <a:custGeom>
            <a:avLst/>
            <a:gdLst>
              <a:gd name="connsiteX0" fmla="*/ 542692 w 5487431"/>
              <a:gd name="connsiteY0" fmla="*/ 463149 h 505330"/>
              <a:gd name="connsiteX1" fmla="*/ 458967 w 5487431"/>
              <a:gd name="connsiteY1" fmla="*/ 321634 h 505330"/>
              <a:gd name="connsiteX2" fmla="*/ 542692 w 5487431"/>
              <a:gd name="connsiteY2" fmla="*/ 180119 h 505330"/>
              <a:gd name="connsiteX3" fmla="*/ 626417 w 5487431"/>
              <a:gd name="connsiteY3" fmla="*/ 321634 h 505330"/>
              <a:gd name="connsiteX4" fmla="*/ 542692 w 5487431"/>
              <a:gd name="connsiteY4" fmla="*/ 463149 h 505330"/>
              <a:gd name="connsiteX5" fmla="*/ 542692 w 5487431"/>
              <a:gd name="connsiteY5" fmla="*/ 142174 h 505330"/>
              <a:gd name="connsiteX6" fmla="*/ 372482 w 5487431"/>
              <a:gd name="connsiteY6" fmla="*/ 321634 h 505330"/>
              <a:gd name="connsiteX7" fmla="*/ 542692 w 5487431"/>
              <a:gd name="connsiteY7" fmla="*/ 501094 h 505330"/>
              <a:gd name="connsiteX8" fmla="*/ 712902 w 5487431"/>
              <a:gd name="connsiteY8" fmla="*/ 321634 h 505330"/>
              <a:gd name="connsiteX9" fmla="*/ 542692 w 5487431"/>
              <a:gd name="connsiteY9" fmla="*/ 142174 h 505330"/>
              <a:gd name="connsiteX10" fmla="*/ 1303641 w 5487431"/>
              <a:gd name="connsiteY10" fmla="*/ 142174 h 505330"/>
              <a:gd name="connsiteX11" fmla="*/ 1207357 w 5487431"/>
              <a:gd name="connsiteY11" fmla="*/ 192547 h 505330"/>
              <a:gd name="connsiteX12" fmla="*/ 1203170 w 5487431"/>
              <a:gd name="connsiteY12" fmla="*/ 192547 h 505330"/>
              <a:gd name="connsiteX13" fmla="*/ 1203170 w 5487431"/>
              <a:gd name="connsiteY13" fmla="*/ 149048 h 505330"/>
              <a:gd name="connsiteX14" fmla="*/ 1120872 w 5487431"/>
              <a:gd name="connsiteY14" fmla="*/ 149048 h 505330"/>
              <a:gd name="connsiteX15" fmla="*/ 1120872 w 5487431"/>
              <a:gd name="connsiteY15" fmla="*/ 494221 h 505330"/>
              <a:gd name="connsiteX16" fmla="*/ 1203170 w 5487431"/>
              <a:gd name="connsiteY16" fmla="*/ 494221 h 505330"/>
              <a:gd name="connsiteX17" fmla="*/ 1203170 w 5487431"/>
              <a:gd name="connsiteY17" fmla="*/ 271261 h 505330"/>
              <a:gd name="connsiteX18" fmla="*/ 1272244 w 5487431"/>
              <a:gd name="connsiteY18" fmla="*/ 190476 h 505330"/>
              <a:gd name="connsiteX19" fmla="*/ 1331518 w 5487431"/>
              <a:gd name="connsiteY19" fmla="*/ 258173 h 505330"/>
              <a:gd name="connsiteX20" fmla="*/ 1331518 w 5487431"/>
              <a:gd name="connsiteY20" fmla="*/ 494221 h 505330"/>
              <a:gd name="connsiteX21" fmla="*/ 1413816 w 5487431"/>
              <a:gd name="connsiteY21" fmla="*/ 494221 h 505330"/>
              <a:gd name="connsiteX22" fmla="*/ 1413816 w 5487431"/>
              <a:gd name="connsiteY22" fmla="*/ 257420 h 505330"/>
              <a:gd name="connsiteX23" fmla="*/ 1303641 w 5487431"/>
              <a:gd name="connsiteY23" fmla="*/ 142174 h 505330"/>
              <a:gd name="connsiteX24" fmla="*/ 1600771 w 5487431"/>
              <a:gd name="connsiteY24" fmla="*/ 142174 h 505330"/>
              <a:gd name="connsiteX25" fmla="*/ 1467571 w 5487431"/>
              <a:gd name="connsiteY25" fmla="*/ 241602 h 505330"/>
              <a:gd name="connsiteX26" fmla="*/ 1551962 w 5487431"/>
              <a:gd name="connsiteY26" fmla="*/ 341030 h 505330"/>
              <a:gd name="connsiteX27" fmla="*/ 1621702 w 5487431"/>
              <a:gd name="connsiteY27" fmla="*/ 358260 h 505330"/>
              <a:gd name="connsiteX28" fmla="*/ 1675457 w 5487431"/>
              <a:gd name="connsiteY28" fmla="*/ 409387 h 505330"/>
              <a:gd name="connsiteX29" fmla="*/ 1606384 w 5487431"/>
              <a:gd name="connsiteY29" fmla="*/ 464656 h 505330"/>
              <a:gd name="connsiteX30" fmla="*/ 1526845 w 5487431"/>
              <a:gd name="connsiteY30" fmla="*/ 384624 h 505330"/>
              <a:gd name="connsiteX31" fmla="*/ 1452919 w 5487431"/>
              <a:gd name="connsiteY31" fmla="*/ 405338 h 505330"/>
              <a:gd name="connsiteX32" fmla="*/ 1597345 w 5487431"/>
              <a:gd name="connsiteY32" fmla="*/ 501282 h 505330"/>
              <a:gd name="connsiteX33" fmla="*/ 1742438 w 5487431"/>
              <a:gd name="connsiteY33" fmla="*/ 388767 h 505330"/>
              <a:gd name="connsiteX34" fmla="*/ 1649674 w 5487431"/>
              <a:gd name="connsiteY34" fmla="*/ 285196 h 505330"/>
              <a:gd name="connsiteX35" fmla="*/ 1582693 w 5487431"/>
              <a:gd name="connsiteY35" fmla="*/ 268625 h 505330"/>
              <a:gd name="connsiteX36" fmla="*/ 1534551 w 5487431"/>
              <a:gd name="connsiteY36" fmla="*/ 223054 h 505330"/>
              <a:gd name="connsiteX37" fmla="*/ 1593825 w 5487431"/>
              <a:gd name="connsiteY37" fmla="*/ 178895 h 505330"/>
              <a:gd name="connsiteX38" fmla="*/ 1664992 w 5487431"/>
              <a:gd name="connsiteY38" fmla="*/ 245180 h 505330"/>
              <a:gd name="connsiteX39" fmla="*/ 1734731 w 5487431"/>
              <a:gd name="connsiteY39" fmla="*/ 224466 h 505330"/>
              <a:gd name="connsiteX40" fmla="*/ 1600771 w 5487431"/>
              <a:gd name="connsiteY40" fmla="*/ 142174 h 505330"/>
              <a:gd name="connsiteX41" fmla="*/ 1946803 w 5487431"/>
              <a:gd name="connsiteY41" fmla="*/ 463149 h 505330"/>
              <a:gd name="connsiteX42" fmla="*/ 1863078 w 5487431"/>
              <a:gd name="connsiteY42" fmla="*/ 321634 h 505330"/>
              <a:gd name="connsiteX43" fmla="*/ 1946803 w 5487431"/>
              <a:gd name="connsiteY43" fmla="*/ 180119 h 505330"/>
              <a:gd name="connsiteX44" fmla="*/ 2030529 w 5487431"/>
              <a:gd name="connsiteY44" fmla="*/ 321634 h 505330"/>
              <a:gd name="connsiteX45" fmla="*/ 1946803 w 5487431"/>
              <a:gd name="connsiteY45" fmla="*/ 463149 h 505330"/>
              <a:gd name="connsiteX46" fmla="*/ 1946803 w 5487431"/>
              <a:gd name="connsiteY46" fmla="*/ 142174 h 505330"/>
              <a:gd name="connsiteX47" fmla="*/ 1776594 w 5487431"/>
              <a:gd name="connsiteY47" fmla="*/ 321634 h 505330"/>
              <a:gd name="connsiteX48" fmla="*/ 1946803 w 5487431"/>
              <a:gd name="connsiteY48" fmla="*/ 501094 h 505330"/>
              <a:gd name="connsiteX49" fmla="*/ 2117013 w 5487431"/>
              <a:gd name="connsiteY49" fmla="*/ 321634 h 505330"/>
              <a:gd name="connsiteX50" fmla="*/ 1946803 w 5487431"/>
              <a:gd name="connsiteY50" fmla="*/ 142174 h 505330"/>
              <a:gd name="connsiteX51" fmla="*/ 2348590 w 5487431"/>
              <a:gd name="connsiteY51" fmla="*/ 142174 h 505330"/>
              <a:gd name="connsiteX52" fmla="*/ 2252306 w 5487431"/>
              <a:gd name="connsiteY52" fmla="*/ 192547 h 505330"/>
              <a:gd name="connsiteX53" fmla="*/ 2248119 w 5487431"/>
              <a:gd name="connsiteY53" fmla="*/ 192547 h 505330"/>
              <a:gd name="connsiteX54" fmla="*/ 2248119 w 5487431"/>
              <a:gd name="connsiteY54" fmla="*/ 149048 h 505330"/>
              <a:gd name="connsiteX55" fmla="*/ 2165821 w 5487431"/>
              <a:gd name="connsiteY55" fmla="*/ 149048 h 505330"/>
              <a:gd name="connsiteX56" fmla="*/ 2165821 w 5487431"/>
              <a:gd name="connsiteY56" fmla="*/ 494221 h 505330"/>
              <a:gd name="connsiteX57" fmla="*/ 2248119 w 5487431"/>
              <a:gd name="connsiteY57" fmla="*/ 494221 h 505330"/>
              <a:gd name="connsiteX58" fmla="*/ 2248119 w 5487431"/>
              <a:gd name="connsiteY58" fmla="*/ 271261 h 505330"/>
              <a:gd name="connsiteX59" fmla="*/ 2317193 w 5487431"/>
              <a:gd name="connsiteY59" fmla="*/ 190476 h 505330"/>
              <a:gd name="connsiteX60" fmla="*/ 2376466 w 5487431"/>
              <a:gd name="connsiteY60" fmla="*/ 258173 h 505330"/>
              <a:gd name="connsiteX61" fmla="*/ 2376466 w 5487431"/>
              <a:gd name="connsiteY61" fmla="*/ 494221 h 505330"/>
              <a:gd name="connsiteX62" fmla="*/ 2458764 w 5487431"/>
              <a:gd name="connsiteY62" fmla="*/ 494221 h 505330"/>
              <a:gd name="connsiteX63" fmla="*/ 2458764 w 5487431"/>
              <a:gd name="connsiteY63" fmla="*/ 257420 h 505330"/>
              <a:gd name="connsiteX64" fmla="*/ 2348590 w 5487431"/>
              <a:gd name="connsiteY64" fmla="*/ 142174 h 505330"/>
              <a:gd name="connsiteX65" fmla="*/ 3571359 w 5487431"/>
              <a:gd name="connsiteY65" fmla="*/ 463149 h 505330"/>
              <a:gd name="connsiteX66" fmla="*/ 3487634 w 5487431"/>
              <a:gd name="connsiteY66" fmla="*/ 321634 h 505330"/>
              <a:gd name="connsiteX67" fmla="*/ 3571359 w 5487431"/>
              <a:gd name="connsiteY67" fmla="*/ 180119 h 505330"/>
              <a:gd name="connsiteX68" fmla="*/ 3655085 w 5487431"/>
              <a:gd name="connsiteY68" fmla="*/ 321634 h 505330"/>
              <a:gd name="connsiteX69" fmla="*/ 3571359 w 5487431"/>
              <a:gd name="connsiteY69" fmla="*/ 463149 h 505330"/>
              <a:gd name="connsiteX70" fmla="*/ 3571359 w 5487431"/>
              <a:gd name="connsiteY70" fmla="*/ 142174 h 505330"/>
              <a:gd name="connsiteX71" fmla="*/ 3401150 w 5487431"/>
              <a:gd name="connsiteY71" fmla="*/ 321634 h 505330"/>
              <a:gd name="connsiteX72" fmla="*/ 3571359 w 5487431"/>
              <a:gd name="connsiteY72" fmla="*/ 501094 h 505330"/>
              <a:gd name="connsiteX73" fmla="*/ 3741569 w 5487431"/>
              <a:gd name="connsiteY73" fmla="*/ 321634 h 505330"/>
              <a:gd name="connsiteX74" fmla="*/ 3571359 w 5487431"/>
              <a:gd name="connsiteY74" fmla="*/ 142174 h 505330"/>
              <a:gd name="connsiteX75" fmla="*/ 4332308 w 5487431"/>
              <a:gd name="connsiteY75" fmla="*/ 142174 h 505330"/>
              <a:gd name="connsiteX76" fmla="*/ 4236024 w 5487431"/>
              <a:gd name="connsiteY76" fmla="*/ 192547 h 505330"/>
              <a:gd name="connsiteX77" fmla="*/ 4231838 w 5487431"/>
              <a:gd name="connsiteY77" fmla="*/ 192547 h 505330"/>
              <a:gd name="connsiteX78" fmla="*/ 4231838 w 5487431"/>
              <a:gd name="connsiteY78" fmla="*/ 149048 h 505330"/>
              <a:gd name="connsiteX79" fmla="*/ 4149539 w 5487431"/>
              <a:gd name="connsiteY79" fmla="*/ 149048 h 505330"/>
              <a:gd name="connsiteX80" fmla="*/ 4149539 w 5487431"/>
              <a:gd name="connsiteY80" fmla="*/ 494221 h 505330"/>
              <a:gd name="connsiteX81" fmla="*/ 4231838 w 5487431"/>
              <a:gd name="connsiteY81" fmla="*/ 494221 h 505330"/>
              <a:gd name="connsiteX82" fmla="*/ 4231838 w 5487431"/>
              <a:gd name="connsiteY82" fmla="*/ 271261 h 505330"/>
              <a:gd name="connsiteX83" fmla="*/ 4300911 w 5487431"/>
              <a:gd name="connsiteY83" fmla="*/ 190476 h 505330"/>
              <a:gd name="connsiteX84" fmla="*/ 4360185 w 5487431"/>
              <a:gd name="connsiteY84" fmla="*/ 258173 h 505330"/>
              <a:gd name="connsiteX85" fmla="*/ 4360185 w 5487431"/>
              <a:gd name="connsiteY85" fmla="*/ 494221 h 505330"/>
              <a:gd name="connsiteX86" fmla="*/ 4442483 w 5487431"/>
              <a:gd name="connsiteY86" fmla="*/ 494221 h 505330"/>
              <a:gd name="connsiteX87" fmla="*/ 4442483 w 5487431"/>
              <a:gd name="connsiteY87" fmla="*/ 257420 h 505330"/>
              <a:gd name="connsiteX88" fmla="*/ 4332308 w 5487431"/>
              <a:gd name="connsiteY88" fmla="*/ 142174 h 505330"/>
              <a:gd name="connsiteX89" fmla="*/ 4629533 w 5487431"/>
              <a:gd name="connsiteY89" fmla="*/ 142174 h 505330"/>
              <a:gd name="connsiteX90" fmla="*/ 4496334 w 5487431"/>
              <a:gd name="connsiteY90" fmla="*/ 241602 h 505330"/>
              <a:gd name="connsiteX91" fmla="*/ 4580725 w 5487431"/>
              <a:gd name="connsiteY91" fmla="*/ 341030 h 505330"/>
              <a:gd name="connsiteX92" fmla="*/ 4650464 w 5487431"/>
              <a:gd name="connsiteY92" fmla="*/ 358260 h 505330"/>
              <a:gd name="connsiteX93" fmla="*/ 4704220 w 5487431"/>
              <a:gd name="connsiteY93" fmla="*/ 409387 h 505330"/>
              <a:gd name="connsiteX94" fmla="*/ 4635146 w 5487431"/>
              <a:gd name="connsiteY94" fmla="*/ 464656 h 505330"/>
              <a:gd name="connsiteX95" fmla="*/ 4555607 w 5487431"/>
              <a:gd name="connsiteY95" fmla="*/ 384624 h 505330"/>
              <a:gd name="connsiteX96" fmla="*/ 4481682 w 5487431"/>
              <a:gd name="connsiteY96" fmla="*/ 405338 h 505330"/>
              <a:gd name="connsiteX97" fmla="*/ 4626108 w 5487431"/>
              <a:gd name="connsiteY97" fmla="*/ 501282 h 505330"/>
              <a:gd name="connsiteX98" fmla="*/ 4771200 w 5487431"/>
              <a:gd name="connsiteY98" fmla="*/ 388767 h 505330"/>
              <a:gd name="connsiteX99" fmla="*/ 4678436 w 5487431"/>
              <a:gd name="connsiteY99" fmla="*/ 285196 h 505330"/>
              <a:gd name="connsiteX100" fmla="*/ 4611456 w 5487431"/>
              <a:gd name="connsiteY100" fmla="*/ 268625 h 505330"/>
              <a:gd name="connsiteX101" fmla="*/ 4563314 w 5487431"/>
              <a:gd name="connsiteY101" fmla="*/ 223054 h 505330"/>
              <a:gd name="connsiteX102" fmla="*/ 4622588 w 5487431"/>
              <a:gd name="connsiteY102" fmla="*/ 178895 h 505330"/>
              <a:gd name="connsiteX103" fmla="*/ 4693754 w 5487431"/>
              <a:gd name="connsiteY103" fmla="*/ 245180 h 505330"/>
              <a:gd name="connsiteX104" fmla="*/ 4763493 w 5487431"/>
              <a:gd name="connsiteY104" fmla="*/ 224466 h 505330"/>
              <a:gd name="connsiteX105" fmla="*/ 4629533 w 5487431"/>
              <a:gd name="connsiteY105" fmla="*/ 142174 h 505330"/>
              <a:gd name="connsiteX106" fmla="*/ 4975471 w 5487431"/>
              <a:gd name="connsiteY106" fmla="*/ 463149 h 505330"/>
              <a:gd name="connsiteX107" fmla="*/ 4891745 w 5487431"/>
              <a:gd name="connsiteY107" fmla="*/ 321634 h 505330"/>
              <a:gd name="connsiteX108" fmla="*/ 4975471 w 5487431"/>
              <a:gd name="connsiteY108" fmla="*/ 180119 h 505330"/>
              <a:gd name="connsiteX109" fmla="*/ 5059196 w 5487431"/>
              <a:gd name="connsiteY109" fmla="*/ 321634 h 505330"/>
              <a:gd name="connsiteX110" fmla="*/ 4975471 w 5487431"/>
              <a:gd name="connsiteY110" fmla="*/ 463149 h 505330"/>
              <a:gd name="connsiteX111" fmla="*/ 4975471 w 5487431"/>
              <a:gd name="connsiteY111" fmla="*/ 142174 h 505330"/>
              <a:gd name="connsiteX112" fmla="*/ 4805261 w 5487431"/>
              <a:gd name="connsiteY112" fmla="*/ 321634 h 505330"/>
              <a:gd name="connsiteX113" fmla="*/ 4975471 w 5487431"/>
              <a:gd name="connsiteY113" fmla="*/ 501094 h 505330"/>
              <a:gd name="connsiteX114" fmla="*/ 5145680 w 5487431"/>
              <a:gd name="connsiteY114" fmla="*/ 321634 h 505330"/>
              <a:gd name="connsiteX115" fmla="*/ 4975471 w 5487431"/>
              <a:gd name="connsiteY115" fmla="*/ 142174 h 505330"/>
              <a:gd name="connsiteX116" fmla="*/ 5377257 w 5487431"/>
              <a:gd name="connsiteY116" fmla="*/ 142174 h 505330"/>
              <a:gd name="connsiteX117" fmla="*/ 5280973 w 5487431"/>
              <a:gd name="connsiteY117" fmla="*/ 192547 h 505330"/>
              <a:gd name="connsiteX118" fmla="*/ 5276787 w 5487431"/>
              <a:gd name="connsiteY118" fmla="*/ 192547 h 505330"/>
              <a:gd name="connsiteX119" fmla="*/ 5276787 w 5487431"/>
              <a:gd name="connsiteY119" fmla="*/ 149048 h 505330"/>
              <a:gd name="connsiteX120" fmla="*/ 5194488 w 5487431"/>
              <a:gd name="connsiteY120" fmla="*/ 149048 h 505330"/>
              <a:gd name="connsiteX121" fmla="*/ 5194488 w 5487431"/>
              <a:gd name="connsiteY121" fmla="*/ 494221 h 505330"/>
              <a:gd name="connsiteX122" fmla="*/ 5276787 w 5487431"/>
              <a:gd name="connsiteY122" fmla="*/ 494221 h 505330"/>
              <a:gd name="connsiteX123" fmla="*/ 5276787 w 5487431"/>
              <a:gd name="connsiteY123" fmla="*/ 271261 h 505330"/>
              <a:gd name="connsiteX124" fmla="*/ 5345860 w 5487431"/>
              <a:gd name="connsiteY124" fmla="*/ 190476 h 505330"/>
              <a:gd name="connsiteX125" fmla="*/ 5405134 w 5487431"/>
              <a:gd name="connsiteY125" fmla="*/ 258173 h 505330"/>
              <a:gd name="connsiteX126" fmla="*/ 5405134 w 5487431"/>
              <a:gd name="connsiteY126" fmla="*/ 494221 h 505330"/>
              <a:gd name="connsiteX127" fmla="*/ 5487432 w 5487431"/>
              <a:gd name="connsiteY127" fmla="*/ 494221 h 505330"/>
              <a:gd name="connsiteX128" fmla="*/ 5487432 w 5487431"/>
              <a:gd name="connsiteY128" fmla="*/ 257420 h 505330"/>
              <a:gd name="connsiteX129" fmla="*/ 5377257 w 5487431"/>
              <a:gd name="connsiteY129" fmla="*/ 142174 h 505330"/>
              <a:gd name="connsiteX130" fmla="*/ 323674 w 5487431"/>
              <a:gd name="connsiteY130" fmla="*/ 11016 h 505330"/>
              <a:gd name="connsiteX131" fmla="*/ 237190 w 5487431"/>
              <a:gd name="connsiteY131" fmla="*/ 11016 h 505330"/>
              <a:gd name="connsiteX132" fmla="*/ 237190 w 5487431"/>
              <a:gd name="connsiteY132" fmla="*/ 367864 h 505330"/>
              <a:gd name="connsiteX133" fmla="*/ 161837 w 5487431"/>
              <a:gd name="connsiteY133" fmla="*/ 460325 h 505330"/>
              <a:gd name="connsiteX134" fmla="*/ 86484 w 5487431"/>
              <a:gd name="connsiteY134" fmla="*/ 360897 h 505330"/>
              <a:gd name="connsiteX135" fmla="*/ 86484 w 5487431"/>
              <a:gd name="connsiteY135" fmla="*/ 294612 h 505330"/>
              <a:gd name="connsiteX136" fmla="*/ 0 w 5487431"/>
              <a:gd name="connsiteY136" fmla="*/ 315985 h 505330"/>
              <a:gd name="connsiteX137" fmla="*/ 0 w 5487431"/>
              <a:gd name="connsiteY137" fmla="*/ 345644 h 505330"/>
              <a:gd name="connsiteX138" fmla="*/ 161837 w 5487431"/>
              <a:gd name="connsiteY138" fmla="*/ 505143 h 505330"/>
              <a:gd name="connsiteX139" fmla="*/ 323674 w 5487431"/>
              <a:gd name="connsiteY139" fmla="*/ 345644 h 505330"/>
              <a:gd name="connsiteX140" fmla="*/ 323674 w 5487431"/>
              <a:gd name="connsiteY140" fmla="*/ 11016 h 505330"/>
              <a:gd name="connsiteX141" fmla="*/ 844008 w 5487431"/>
              <a:gd name="connsiteY141" fmla="*/ 11016 h 505330"/>
              <a:gd name="connsiteX142" fmla="*/ 761710 w 5487431"/>
              <a:gd name="connsiteY142" fmla="*/ 11016 h 505330"/>
              <a:gd name="connsiteX143" fmla="*/ 761710 w 5487431"/>
              <a:gd name="connsiteY143" fmla="*/ 494221 h 505330"/>
              <a:gd name="connsiteX144" fmla="*/ 844008 w 5487431"/>
              <a:gd name="connsiteY144" fmla="*/ 494221 h 505330"/>
              <a:gd name="connsiteX145" fmla="*/ 844008 w 5487431"/>
              <a:gd name="connsiteY145" fmla="*/ 271261 h 505330"/>
              <a:gd name="connsiteX146" fmla="*/ 913081 w 5487431"/>
              <a:gd name="connsiteY146" fmla="*/ 190476 h 505330"/>
              <a:gd name="connsiteX147" fmla="*/ 972355 w 5487431"/>
              <a:gd name="connsiteY147" fmla="*/ 258173 h 505330"/>
              <a:gd name="connsiteX148" fmla="*/ 972355 w 5487431"/>
              <a:gd name="connsiteY148" fmla="*/ 494221 h 505330"/>
              <a:gd name="connsiteX149" fmla="*/ 1054653 w 5487431"/>
              <a:gd name="connsiteY149" fmla="*/ 494221 h 505330"/>
              <a:gd name="connsiteX150" fmla="*/ 1054653 w 5487431"/>
              <a:gd name="connsiteY150" fmla="*/ 257420 h 505330"/>
              <a:gd name="connsiteX151" fmla="*/ 944478 w 5487431"/>
              <a:gd name="connsiteY151" fmla="*/ 142174 h 505330"/>
              <a:gd name="connsiteX152" fmla="*/ 848194 w 5487431"/>
              <a:gd name="connsiteY152" fmla="*/ 192547 h 505330"/>
              <a:gd name="connsiteX153" fmla="*/ 844008 w 5487431"/>
              <a:gd name="connsiteY153" fmla="*/ 192547 h 505330"/>
              <a:gd name="connsiteX154" fmla="*/ 844008 w 5487431"/>
              <a:gd name="connsiteY154" fmla="*/ 11016 h 505330"/>
              <a:gd name="connsiteX155" fmla="*/ 3352342 w 5487431"/>
              <a:gd name="connsiteY155" fmla="*/ 11016 h 505330"/>
              <a:gd name="connsiteX156" fmla="*/ 3265857 w 5487431"/>
              <a:gd name="connsiteY156" fmla="*/ 11016 h 505330"/>
              <a:gd name="connsiteX157" fmla="*/ 3265857 w 5487431"/>
              <a:gd name="connsiteY157" fmla="*/ 367864 h 505330"/>
              <a:gd name="connsiteX158" fmla="*/ 3190504 w 5487431"/>
              <a:gd name="connsiteY158" fmla="*/ 460325 h 505330"/>
              <a:gd name="connsiteX159" fmla="*/ 3115152 w 5487431"/>
              <a:gd name="connsiteY159" fmla="*/ 360897 h 505330"/>
              <a:gd name="connsiteX160" fmla="*/ 3115152 w 5487431"/>
              <a:gd name="connsiteY160" fmla="*/ 294612 h 505330"/>
              <a:gd name="connsiteX161" fmla="*/ 3028667 w 5487431"/>
              <a:gd name="connsiteY161" fmla="*/ 315985 h 505330"/>
              <a:gd name="connsiteX162" fmla="*/ 3028667 w 5487431"/>
              <a:gd name="connsiteY162" fmla="*/ 345644 h 505330"/>
              <a:gd name="connsiteX163" fmla="*/ 3190504 w 5487431"/>
              <a:gd name="connsiteY163" fmla="*/ 505143 h 505330"/>
              <a:gd name="connsiteX164" fmla="*/ 3352342 w 5487431"/>
              <a:gd name="connsiteY164" fmla="*/ 345644 h 505330"/>
              <a:gd name="connsiteX165" fmla="*/ 3352342 w 5487431"/>
              <a:gd name="connsiteY165" fmla="*/ 11016 h 505330"/>
              <a:gd name="connsiteX166" fmla="*/ 3872675 w 5487431"/>
              <a:gd name="connsiteY166" fmla="*/ 11016 h 505330"/>
              <a:gd name="connsiteX167" fmla="*/ 3790377 w 5487431"/>
              <a:gd name="connsiteY167" fmla="*/ 11016 h 505330"/>
              <a:gd name="connsiteX168" fmla="*/ 3790377 w 5487431"/>
              <a:gd name="connsiteY168" fmla="*/ 494221 h 505330"/>
              <a:gd name="connsiteX169" fmla="*/ 3872675 w 5487431"/>
              <a:gd name="connsiteY169" fmla="*/ 494221 h 505330"/>
              <a:gd name="connsiteX170" fmla="*/ 3872675 w 5487431"/>
              <a:gd name="connsiteY170" fmla="*/ 271261 h 505330"/>
              <a:gd name="connsiteX171" fmla="*/ 3941749 w 5487431"/>
              <a:gd name="connsiteY171" fmla="*/ 190476 h 505330"/>
              <a:gd name="connsiteX172" fmla="*/ 4001022 w 5487431"/>
              <a:gd name="connsiteY172" fmla="*/ 258173 h 505330"/>
              <a:gd name="connsiteX173" fmla="*/ 4001022 w 5487431"/>
              <a:gd name="connsiteY173" fmla="*/ 494221 h 505330"/>
              <a:gd name="connsiteX174" fmla="*/ 4083320 w 5487431"/>
              <a:gd name="connsiteY174" fmla="*/ 494221 h 505330"/>
              <a:gd name="connsiteX175" fmla="*/ 4083320 w 5487431"/>
              <a:gd name="connsiteY175" fmla="*/ 257420 h 505330"/>
              <a:gd name="connsiteX176" fmla="*/ 3973146 w 5487431"/>
              <a:gd name="connsiteY176" fmla="*/ 142174 h 505330"/>
              <a:gd name="connsiteX177" fmla="*/ 3876861 w 5487431"/>
              <a:gd name="connsiteY177" fmla="*/ 192547 h 505330"/>
              <a:gd name="connsiteX178" fmla="*/ 3872675 w 5487431"/>
              <a:gd name="connsiteY178" fmla="*/ 192547 h 505330"/>
              <a:gd name="connsiteX179" fmla="*/ 3872675 w 5487431"/>
              <a:gd name="connsiteY179" fmla="*/ 11016 h 505330"/>
              <a:gd name="connsiteX180" fmla="*/ 2730110 w 5487431"/>
              <a:gd name="connsiteY180" fmla="*/ 454864 h 505330"/>
              <a:gd name="connsiteX181" fmla="*/ 2622029 w 5487431"/>
              <a:gd name="connsiteY181" fmla="*/ 343761 h 505330"/>
              <a:gd name="connsiteX182" fmla="*/ 2664557 w 5487431"/>
              <a:gd name="connsiteY182" fmla="*/ 256102 h 505330"/>
              <a:gd name="connsiteX183" fmla="*/ 2822208 w 5487431"/>
              <a:gd name="connsiteY183" fmla="*/ 426617 h 505330"/>
              <a:gd name="connsiteX184" fmla="*/ 2730110 w 5487431"/>
              <a:gd name="connsiteY184" fmla="*/ 454864 h 505330"/>
              <a:gd name="connsiteX185" fmla="*/ 2883575 w 5487431"/>
              <a:gd name="connsiteY185" fmla="*/ 369936 h 505330"/>
              <a:gd name="connsiteX186" fmla="*/ 2746856 w 5487431"/>
              <a:gd name="connsiteY186" fmla="*/ 220794 h 505330"/>
              <a:gd name="connsiteX187" fmla="*/ 2814502 w 5487431"/>
              <a:gd name="connsiteY187" fmla="*/ 207706 h 505330"/>
              <a:gd name="connsiteX188" fmla="*/ 2905838 w 5487431"/>
              <a:gd name="connsiteY188" fmla="*/ 296118 h 505330"/>
              <a:gd name="connsiteX189" fmla="*/ 2883575 w 5487431"/>
              <a:gd name="connsiteY189" fmla="*/ 369936 h 505330"/>
              <a:gd name="connsiteX190" fmla="*/ 2728017 w 5487431"/>
              <a:gd name="connsiteY190" fmla="*/ 200833 h 505330"/>
              <a:gd name="connsiteX191" fmla="*/ 2698047 w 5487431"/>
              <a:gd name="connsiteY191" fmla="*/ 167690 h 505330"/>
              <a:gd name="connsiteX192" fmla="*/ 2663891 w 5487431"/>
              <a:gd name="connsiteY192" fmla="*/ 99334 h 505330"/>
              <a:gd name="connsiteX193" fmla="*/ 2730110 w 5487431"/>
              <a:gd name="connsiteY193" fmla="*/ 36532 h 505330"/>
              <a:gd name="connsiteX194" fmla="*/ 2795664 w 5487431"/>
              <a:gd name="connsiteY194" fmla="*/ 102817 h 505330"/>
              <a:gd name="connsiteX195" fmla="*/ 2728017 w 5487431"/>
              <a:gd name="connsiteY195" fmla="*/ 200833 h 505330"/>
              <a:gd name="connsiteX196" fmla="*/ 2732204 w 5487431"/>
              <a:gd name="connsiteY196" fmla="*/ 0 h 505330"/>
              <a:gd name="connsiteX197" fmla="*/ 2588539 w 5487431"/>
              <a:gd name="connsiteY197" fmla="*/ 119389 h 505330"/>
              <a:gd name="connsiteX198" fmla="*/ 2644387 w 5487431"/>
              <a:gd name="connsiteY198" fmla="*/ 234635 h 505330"/>
              <a:gd name="connsiteX199" fmla="*/ 2645053 w 5487431"/>
              <a:gd name="connsiteY199" fmla="*/ 236047 h 505330"/>
              <a:gd name="connsiteX200" fmla="*/ 2545344 w 5487431"/>
              <a:gd name="connsiteY200" fmla="*/ 374832 h 505330"/>
              <a:gd name="connsiteX201" fmla="*/ 2685584 w 5487431"/>
              <a:gd name="connsiteY201" fmla="*/ 505331 h 505330"/>
              <a:gd name="connsiteX202" fmla="*/ 2843235 w 5487431"/>
              <a:gd name="connsiteY202" fmla="*/ 449403 h 505330"/>
              <a:gd name="connsiteX203" fmla="*/ 2885097 w 5487431"/>
              <a:gd name="connsiteY203" fmla="*/ 494315 h 505330"/>
              <a:gd name="connsiteX204" fmla="*/ 2994606 w 5487431"/>
              <a:gd name="connsiteY204" fmla="*/ 494315 h 505330"/>
              <a:gd name="connsiteX205" fmla="*/ 2994606 w 5487431"/>
              <a:gd name="connsiteY205" fmla="*/ 490831 h 505330"/>
              <a:gd name="connsiteX206" fmla="*/ 2905363 w 5487431"/>
              <a:gd name="connsiteY206" fmla="*/ 393474 h 505330"/>
              <a:gd name="connsiteX207" fmla="*/ 2964637 w 5487431"/>
              <a:gd name="connsiteY207" fmla="*/ 258833 h 505330"/>
              <a:gd name="connsiteX208" fmla="*/ 2873300 w 5487431"/>
              <a:gd name="connsiteY208" fmla="*/ 171174 h 505330"/>
              <a:gd name="connsiteX209" fmla="*/ 2789574 w 5487431"/>
              <a:gd name="connsiteY209" fmla="*/ 187745 h 505330"/>
              <a:gd name="connsiteX210" fmla="*/ 2788147 w 5487431"/>
              <a:gd name="connsiteY210" fmla="*/ 185015 h 505330"/>
              <a:gd name="connsiteX211" fmla="*/ 2863500 w 5487431"/>
              <a:gd name="connsiteY211" fmla="*/ 93873 h 505330"/>
              <a:gd name="connsiteX212" fmla="*/ 2732204 w 5487431"/>
              <a:gd name="connsiteY212" fmla="*/ 0 h 50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5487431" h="505330">
                <a:moveTo>
                  <a:pt x="542692" y="463149"/>
                </a:moveTo>
                <a:cubicBezTo>
                  <a:pt x="488937" y="463149"/>
                  <a:pt x="458967" y="412776"/>
                  <a:pt x="458967" y="321634"/>
                </a:cubicBezTo>
                <a:cubicBezTo>
                  <a:pt x="458967" y="229080"/>
                  <a:pt x="488937" y="180119"/>
                  <a:pt x="542692" y="180119"/>
                </a:cubicBezTo>
                <a:cubicBezTo>
                  <a:pt x="596448" y="180119"/>
                  <a:pt x="626417" y="229833"/>
                  <a:pt x="626417" y="321634"/>
                </a:cubicBezTo>
                <a:cubicBezTo>
                  <a:pt x="626322" y="414189"/>
                  <a:pt x="596352" y="463149"/>
                  <a:pt x="542692" y="463149"/>
                </a:cubicBezTo>
                <a:moveTo>
                  <a:pt x="542692" y="142174"/>
                </a:moveTo>
                <a:cubicBezTo>
                  <a:pt x="433183" y="142174"/>
                  <a:pt x="372482" y="222959"/>
                  <a:pt x="372482" y="321634"/>
                </a:cubicBezTo>
                <a:cubicBezTo>
                  <a:pt x="372482" y="420309"/>
                  <a:pt x="433183" y="501094"/>
                  <a:pt x="542692" y="501094"/>
                </a:cubicBezTo>
                <a:cubicBezTo>
                  <a:pt x="652201" y="501094"/>
                  <a:pt x="712902" y="420309"/>
                  <a:pt x="712902" y="321634"/>
                </a:cubicBezTo>
                <a:cubicBezTo>
                  <a:pt x="712902" y="222959"/>
                  <a:pt x="652201" y="142174"/>
                  <a:pt x="542692" y="142174"/>
                </a:cubicBezTo>
                <a:moveTo>
                  <a:pt x="1303641" y="142174"/>
                </a:moveTo>
                <a:cubicBezTo>
                  <a:pt x="1251979" y="142174"/>
                  <a:pt x="1223436" y="164301"/>
                  <a:pt x="1207357" y="192547"/>
                </a:cubicBezTo>
                <a:lnTo>
                  <a:pt x="1203170" y="192547"/>
                </a:lnTo>
                <a:lnTo>
                  <a:pt x="1203170" y="149048"/>
                </a:lnTo>
                <a:lnTo>
                  <a:pt x="1120872" y="149048"/>
                </a:lnTo>
                <a:lnTo>
                  <a:pt x="1120872" y="494221"/>
                </a:lnTo>
                <a:lnTo>
                  <a:pt x="1203170" y="494221"/>
                </a:lnTo>
                <a:lnTo>
                  <a:pt x="1203170" y="271261"/>
                </a:lnTo>
                <a:cubicBezTo>
                  <a:pt x="1203170" y="220229"/>
                  <a:pt x="1229715" y="190476"/>
                  <a:pt x="1272244" y="190476"/>
                </a:cubicBezTo>
                <a:cubicBezTo>
                  <a:pt x="1313440" y="190476"/>
                  <a:pt x="1331518" y="217404"/>
                  <a:pt x="1331518" y="258173"/>
                </a:cubicBezTo>
                <a:lnTo>
                  <a:pt x="1331518" y="494221"/>
                </a:lnTo>
                <a:lnTo>
                  <a:pt x="1413816" y="494221"/>
                </a:lnTo>
                <a:lnTo>
                  <a:pt x="1413816" y="257420"/>
                </a:lnTo>
                <a:cubicBezTo>
                  <a:pt x="1413911" y="186333"/>
                  <a:pt x="1376234" y="142174"/>
                  <a:pt x="1303641" y="142174"/>
                </a:cubicBezTo>
                <a:moveTo>
                  <a:pt x="1600771" y="142174"/>
                </a:moveTo>
                <a:cubicBezTo>
                  <a:pt x="1524752" y="142174"/>
                  <a:pt x="1467571" y="173905"/>
                  <a:pt x="1467571" y="241602"/>
                </a:cubicBezTo>
                <a:cubicBezTo>
                  <a:pt x="1467571" y="298943"/>
                  <a:pt x="1507341" y="330014"/>
                  <a:pt x="1551962" y="341030"/>
                </a:cubicBezTo>
                <a:lnTo>
                  <a:pt x="1621702" y="358260"/>
                </a:lnTo>
                <a:cubicBezTo>
                  <a:pt x="1658712" y="367205"/>
                  <a:pt x="1675457" y="380387"/>
                  <a:pt x="1675457" y="409387"/>
                </a:cubicBezTo>
                <a:cubicBezTo>
                  <a:pt x="1675457" y="444601"/>
                  <a:pt x="1650340" y="464656"/>
                  <a:pt x="1606384" y="464656"/>
                </a:cubicBezTo>
                <a:cubicBezTo>
                  <a:pt x="1558908" y="464656"/>
                  <a:pt x="1534551" y="441870"/>
                  <a:pt x="1526845" y="384624"/>
                </a:cubicBezTo>
                <a:lnTo>
                  <a:pt x="1452919" y="405338"/>
                </a:lnTo>
                <a:cubicBezTo>
                  <a:pt x="1457106" y="464750"/>
                  <a:pt x="1512954" y="501282"/>
                  <a:pt x="1597345" y="501282"/>
                </a:cubicBezTo>
                <a:cubicBezTo>
                  <a:pt x="1691536" y="501282"/>
                  <a:pt x="1742438" y="457782"/>
                  <a:pt x="1742438" y="388767"/>
                </a:cubicBezTo>
                <a:cubicBezTo>
                  <a:pt x="1742438" y="323894"/>
                  <a:pt x="1697055" y="296965"/>
                  <a:pt x="1649674" y="285196"/>
                </a:cubicBezTo>
                <a:lnTo>
                  <a:pt x="1582693" y="268625"/>
                </a:lnTo>
                <a:cubicBezTo>
                  <a:pt x="1549203" y="260339"/>
                  <a:pt x="1534551" y="245180"/>
                  <a:pt x="1534551" y="223054"/>
                </a:cubicBezTo>
                <a:cubicBezTo>
                  <a:pt x="1534551" y="195466"/>
                  <a:pt x="1558242" y="178895"/>
                  <a:pt x="1593825" y="178895"/>
                </a:cubicBezTo>
                <a:cubicBezTo>
                  <a:pt x="1635688" y="178895"/>
                  <a:pt x="1661471" y="201680"/>
                  <a:pt x="1664992" y="245180"/>
                </a:cubicBezTo>
                <a:lnTo>
                  <a:pt x="1734731" y="224466"/>
                </a:lnTo>
                <a:cubicBezTo>
                  <a:pt x="1726358" y="175976"/>
                  <a:pt x="1678216" y="142174"/>
                  <a:pt x="1600771" y="142174"/>
                </a:cubicBezTo>
                <a:moveTo>
                  <a:pt x="1946803" y="463149"/>
                </a:moveTo>
                <a:cubicBezTo>
                  <a:pt x="1893048" y="463149"/>
                  <a:pt x="1863078" y="412776"/>
                  <a:pt x="1863078" y="321634"/>
                </a:cubicBezTo>
                <a:cubicBezTo>
                  <a:pt x="1863078" y="229080"/>
                  <a:pt x="1893048" y="180119"/>
                  <a:pt x="1946803" y="180119"/>
                </a:cubicBezTo>
                <a:cubicBezTo>
                  <a:pt x="2000559" y="180119"/>
                  <a:pt x="2030529" y="229833"/>
                  <a:pt x="2030529" y="321634"/>
                </a:cubicBezTo>
                <a:cubicBezTo>
                  <a:pt x="2030529" y="414189"/>
                  <a:pt x="2000464" y="463149"/>
                  <a:pt x="1946803" y="463149"/>
                </a:cubicBezTo>
                <a:moveTo>
                  <a:pt x="1946803" y="142174"/>
                </a:moveTo>
                <a:cubicBezTo>
                  <a:pt x="1837294" y="142174"/>
                  <a:pt x="1776594" y="222959"/>
                  <a:pt x="1776594" y="321634"/>
                </a:cubicBezTo>
                <a:cubicBezTo>
                  <a:pt x="1776594" y="420309"/>
                  <a:pt x="1837294" y="501094"/>
                  <a:pt x="1946803" y="501094"/>
                </a:cubicBezTo>
                <a:cubicBezTo>
                  <a:pt x="2056312" y="501094"/>
                  <a:pt x="2117013" y="420309"/>
                  <a:pt x="2117013" y="321634"/>
                </a:cubicBezTo>
                <a:cubicBezTo>
                  <a:pt x="2117013" y="222959"/>
                  <a:pt x="2056312" y="142174"/>
                  <a:pt x="1946803" y="142174"/>
                </a:cubicBezTo>
                <a:moveTo>
                  <a:pt x="2348590" y="142174"/>
                </a:moveTo>
                <a:cubicBezTo>
                  <a:pt x="2296927" y="142174"/>
                  <a:pt x="2268385" y="164301"/>
                  <a:pt x="2252306" y="192547"/>
                </a:cubicBezTo>
                <a:lnTo>
                  <a:pt x="2248119" y="192547"/>
                </a:lnTo>
                <a:lnTo>
                  <a:pt x="2248119" y="149048"/>
                </a:lnTo>
                <a:lnTo>
                  <a:pt x="2165821" y="149048"/>
                </a:lnTo>
                <a:lnTo>
                  <a:pt x="2165821" y="494221"/>
                </a:lnTo>
                <a:lnTo>
                  <a:pt x="2248119" y="494221"/>
                </a:lnTo>
                <a:lnTo>
                  <a:pt x="2248119" y="271261"/>
                </a:lnTo>
                <a:cubicBezTo>
                  <a:pt x="2248119" y="220229"/>
                  <a:pt x="2274664" y="190476"/>
                  <a:pt x="2317193" y="190476"/>
                </a:cubicBezTo>
                <a:cubicBezTo>
                  <a:pt x="2358389" y="190476"/>
                  <a:pt x="2376466" y="217404"/>
                  <a:pt x="2376466" y="258173"/>
                </a:cubicBezTo>
                <a:lnTo>
                  <a:pt x="2376466" y="494221"/>
                </a:lnTo>
                <a:lnTo>
                  <a:pt x="2458764" y="494221"/>
                </a:lnTo>
                <a:lnTo>
                  <a:pt x="2458764" y="257420"/>
                </a:lnTo>
                <a:cubicBezTo>
                  <a:pt x="2458764" y="186333"/>
                  <a:pt x="2421088" y="142174"/>
                  <a:pt x="2348590" y="142174"/>
                </a:cubicBezTo>
                <a:moveTo>
                  <a:pt x="3571359" y="463149"/>
                </a:moveTo>
                <a:cubicBezTo>
                  <a:pt x="3517604" y="463149"/>
                  <a:pt x="3487634" y="412776"/>
                  <a:pt x="3487634" y="321634"/>
                </a:cubicBezTo>
                <a:cubicBezTo>
                  <a:pt x="3487634" y="229080"/>
                  <a:pt x="3517604" y="180119"/>
                  <a:pt x="3571359" y="180119"/>
                </a:cubicBezTo>
                <a:cubicBezTo>
                  <a:pt x="3625115" y="180119"/>
                  <a:pt x="3655085" y="229833"/>
                  <a:pt x="3655085" y="321634"/>
                </a:cubicBezTo>
                <a:cubicBezTo>
                  <a:pt x="3655085" y="414189"/>
                  <a:pt x="3625020" y="463149"/>
                  <a:pt x="3571359" y="463149"/>
                </a:cubicBezTo>
                <a:moveTo>
                  <a:pt x="3571359" y="142174"/>
                </a:moveTo>
                <a:cubicBezTo>
                  <a:pt x="3461850" y="142174"/>
                  <a:pt x="3401150" y="222959"/>
                  <a:pt x="3401150" y="321634"/>
                </a:cubicBezTo>
                <a:cubicBezTo>
                  <a:pt x="3401150" y="420309"/>
                  <a:pt x="3461850" y="501094"/>
                  <a:pt x="3571359" y="501094"/>
                </a:cubicBezTo>
                <a:cubicBezTo>
                  <a:pt x="3680868" y="501094"/>
                  <a:pt x="3741569" y="420309"/>
                  <a:pt x="3741569" y="321634"/>
                </a:cubicBezTo>
                <a:cubicBezTo>
                  <a:pt x="3741569" y="222959"/>
                  <a:pt x="3680868" y="142174"/>
                  <a:pt x="3571359" y="142174"/>
                </a:cubicBezTo>
                <a:moveTo>
                  <a:pt x="4332308" y="142174"/>
                </a:moveTo>
                <a:cubicBezTo>
                  <a:pt x="4280646" y="142174"/>
                  <a:pt x="4252103" y="164301"/>
                  <a:pt x="4236024" y="192547"/>
                </a:cubicBezTo>
                <a:lnTo>
                  <a:pt x="4231838" y="192547"/>
                </a:lnTo>
                <a:lnTo>
                  <a:pt x="4231838" y="149048"/>
                </a:lnTo>
                <a:lnTo>
                  <a:pt x="4149539" y="149048"/>
                </a:lnTo>
                <a:lnTo>
                  <a:pt x="4149539" y="494221"/>
                </a:lnTo>
                <a:lnTo>
                  <a:pt x="4231838" y="494221"/>
                </a:lnTo>
                <a:lnTo>
                  <a:pt x="4231838" y="271261"/>
                </a:lnTo>
                <a:cubicBezTo>
                  <a:pt x="4231838" y="220229"/>
                  <a:pt x="4258383" y="190476"/>
                  <a:pt x="4300911" y="190476"/>
                </a:cubicBezTo>
                <a:cubicBezTo>
                  <a:pt x="4342108" y="190476"/>
                  <a:pt x="4360185" y="217404"/>
                  <a:pt x="4360185" y="258173"/>
                </a:cubicBezTo>
                <a:lnTo>
                  <a:pt x="4360185" y="494221"/>
                </a:lnTo>
                <a:lnTo>
                  <a:pt x="4442483" y="494221"/>
                </a:lnTo>
                <a:lnTo>
                  <a:pt x="4442483" y="257420"/>
                </a:lnTo>
                <a:cubicBezTo>
                  <a:pt x="4442578" y="186333"/>
                  <a:pt x="4404902" y="142174"/>
                  <a:pt x="4332308" y="142174"/>
                </a:cubicBezTo>
                <a:moveTo>
                  <a:pt x="4629533" y="142174"/>
                </a:moveTo>
                <a:cubicBezTo>
                  <a:pt x="4553514" y="142174"/>
                  <a:pt x="4496334" y="173905"/>
                  <a:pt x="4496334" y="241602"/>
                </a:cubicBezTo>
                <a:cubicBezTo>
                  <a:pt x="4496334" y="298943"/>
                  <a:pt x="4536103" y="330014"/>
                  <a:pt x="4580725" y="341030"/>
                </a:cubicBezTo>
                <a:lnTo>
                  <a:pt x="4650464" y="358260"/>
                </a:lnTo>
                <a:cubicBezTo>
                  <a:pt x="4687475" y="367205"/>
                  <a:pt x="4704220" y="380387"/>
                  <a:pt x="4704220" y="409387"/>
                </a:cubicBezTo>
                <a:cubicBezTo>
                  <a:pt x="4704220" y="444601"/>
                  <a:pt x="4679102" y="464656"/>
                  <a:pt x="4635146" y="464656"/>
                </a:cubicBezTo>
                <a:cubicBezTo>
                  <a:pt x="4587670" y="464656"/>
                  <a:pt x="4563314" y="441870"/>
                  <a:pt x="4555607" y="384624"/>
                </a:cubicBezTo>
                <a:lnTo>
                  <a:pt x="4481682" y="405338"/>
                </a:lnTo>
                <a:cubicBezTo>
                  <a:pt x="4485868" y="464750"/>
                  <a:pt x="4541716" y="501282"/>
                  <a:pt x="4626108" y="501282"/>
                </a:cubicBezTo>
                <a:cubicBezTo>
                  <a:pt x="4720299" y="501282"/>
                  <a:pt x="4771200" y="457782"/>
                  <a:pt x="4771200" y="388767"/>
                </a:cubicBezTo>
                <a:cubicBezTo>
                  <a:pt x="4771200" y="323894"/>
                  <a:pt x="4725817" y="296965"/>
                  <a:pt x="4678436" y="285196"/>
                </a:cubicBezTo>
                <a:lnTo>
                  <a:pt x="4611456" y="268625"/>
                </a:lnTo>
                <a:cubicBezTo>
                  <a:pt x="4577966" y="260339"/>
                  <a:pt x="4563314" y="245180"/>
                  <a:pt x="4563314" y="223054"/>
                </a:cubicBezTo>
                <a:cubicBezTo>
                  <a:pt x="4563314" y="195466"/>
                  <a:pt x="4587004" y="178895"/>
                  <a:pt x="4622588" y="178895"/>
                </a:cubicBezTo>
                <a:cubicBezTo>
                  <a:pt x="4664450" y="178895"/>
                  <a:pt x="4690234" y="201680"/>
                  <a:pt x="4693754" y="245180"/>
                </a:cubicBezTo>
                <a:lnTo>
                  <a:pt x="4763493" y="224466"/>
                </a:lnTo>
                <a:cubicBezTo>
                  <a:pt x="4755026" y="175976"/>
                  <a:pt x="4706884" y="142174"/>
                  <a:pt x="4629533" y="142174"/>
                </a:cubicBezTo>
                <a:moveTo>
                  <a:pt x="4975471" y="463149"/>
                </a:moveTo>
                <a:cubicBezTo>
                  <a:pt x="4921715" y="463149"/>
                  <a:pt x="4891745" y="412776"/>
                  <a:pt x="4891745" y="321634"/>
                </a:cubicBezTo>
                <a:cubicBezTo>
                  <a:pt x="4891745" y="229080"/>
                  <a:pt x="4921715" y="180119"/>
                  <a:pt x="4975471" y="180119"/>
                </a:cubicBezTo>
                <a:cubicBezTo>
                  <a:pt x="5029226" y="180119"/>
                  <a:pt x="5059196" y="229833"/>
                  <a:pt x="5059196" y="321634"/>
                </a:cubicBezTo>
                <a:cubicBezTo>
                  <a:pt x="5059196" y="414189"/>
                  <a:pt x="5029131" y="463149"/>
                  <a:pt x="4975471" y="463149"/>
                </a:cubicBezTo>
                <a:moveTo>
                  <a:pt x="4975471" y="142174"/>
                </a:moveTo>
                <a:cubicBezTo>
                  <a:pt x="4865962" y="142174"/>
                  <a:pt x="4805261" y="222959"/>
                  <a:pt x="4805261" y="321634"/>
                </a:cubicBezTo>
                <a:cubicBezTo>
                  <a:pt x="4805261" y="420309"/>
                  <a:pt x="4865962" y="501094"/>
                  <a:pt x="4975471" y="501094"/>
                </a:cubicBezTo>
                <a:cubicBezTo>
                  <a:pt x="5084980" y="501094"/>
                  <a:pt x="5145680" y="420309"/>
                  <a:pt x="5145680" y="321634"/>
                </a:cubicBezTo>
                <a:cubicBezTo>
                  <a:pt x="5145680" y="222959"/>
                  <a:pt x="5084980" y="142174"/>
                  <a:pt x="4975471" y="142174"/>
                </a:cubicBezTo>
                <a:moveTo>
                  <a:pt x="5377257" y="142174"/>
                </a:moveTo>
                <a:cubicBezTo>
                  <a:pt x="5325595" y="142174"/>
                  <a:pt x="5297052" y="164301"/>
                  <a:pt x="5280973" y="192547"/>
                </a:cubicBezTo>
                <a:lnTo>
                  <a:pt x="5276787" y="192547"/>
                </a:lnTo>
                <a:lnTo>
                  <a:pt x="5276787" y="149048"/>
                </a:lnTo>
                <a:lnTo>
                  <a:pt x="5194488" y="149048"/>
                </a:lnTo>
                <a:lnTo>
                  <a:pt x="5194488" y="494221"/>
                </a:lnTo>
                <a:lnTo>
                  <a:pt x="5276787" y="494221"/>
                </a:lnTo>
                <a:lnTo>
                  <a:pt x="5276787" y="271261"/>
                </a:lnTo>
                <a:cubicBezTo>
                  <a:pt x="5276787" y="220229"/>
                  <a:pt x="5303331" y="190476"/>
                  <a:pt x="5345860" y="190476"/>
                </a:cubicBezTo>
                <a:cubicBezTo>
                  <a:pt x="5387057" y="190476"/>
                  <a:pt x="5405134" y="217404"/>
                  <a:pt x="5405134" y="258173"/>
                </a:cubicBezTo>
                <a:lnTo>
                  <a:pt x="5405134" y="494221"/>
                </a:lnTo>
                <a:lnTo>
                  <a:pt x="5487432" y="494221"/>
                </a:lnTo>
                <a:lnTo>
                  <a:pt x="5487432" y="257420"/>
                </a:lnTo>
                <a:cubicBezTo>
                  <a:pt x="5487432" y="186333"/>
                  <a:pt x="5449755" y="142174"/>
                  <a:pt x="5377257" y="142174"/>
                </a:cubicBezTo>
                <a:moveTo>
                  <a:pt x="323674" y="11016"/>
                </a:moveTo>
                <a:lnTo>
                  <a:pt x="237190" y="11016"/>
                </a:lnTo>
                <a:lnTo>
                  <a:pt x="237190" y="367864"/>
                </a:lnTo>
                <a:cubicBezTo>
                  <a:pt x="237190" y="425864"/>
                  <a:pt x="214831" y="460325"/>
                  <a:pt x="161837" y="460325"/>
                </a:cubicBezTo>
                <a:cubicBezTo>
                  <a:pt x="109509" y="460325"/>
                  <a:pt x="86484" y="423698"/>
                  <a:pt x="86484" y="360897"/>
                </a:cubicBezTo>
                <a:lnTo>
                  <a:pt x="86484" y="294612"/>
                </a:lnTo>
                <a:lnTo>
                  <a:pt x="0" y="315985"/>
                </a:lnTo>
                <a:lnTo>
                  <a:pt x="0" y="345644"/>
                </a:lnTo>
                <a:cubicBezTo>
                  <a:pt x="0" y="436033"/>
                  <a:pt x="45383" y="505143"/>
                  <a:pt x="161837" y="505143"/>
                </a:cubicBezTo>
                <a:cubicBezTo>
                  <a:pt x="278291" y="505143"/>
                  <a:pt x="323674" y="436127"/>
                  <a:pt x="323674" y="345644"/>
                </a:cubicBezTo>
                <a:lnTo>
                  <a:pt x="323674" y="11016"/>
                </a:lnTo>
                <a:moveTo>
                  <a:pt x="844008" y="11016"/>
                </a:moveTo>
                <a:lnTo>
                  <a:pt x="761710" y="11016"/>
                </a:lnTo>
                <a:lnTo>
                  <a:pt x="761710" y="494221"/>
                </a:lnTo>
                <a:lnTo>
                  <a:pt x="844008" y="494221"/>
                </a:lnTo>
                <a:lnTo>
                  <a:pt x="844008" y="271261"/>
                </a:lnTo>
                <a:cubicBezTo>
                  <a:pt x="844008" y="220229"/>
                  <a:pt x="870553" y="190476"/>
                  <a:pt x="913081" y="190476"/>
                </a:cubicBezTo>
                <a:cubicBezTo>
                  <a:pt x="954278" y="190476"/>
                  <a:pt x="972355" y="217404"/>
                  <a:pt x="972355" y="258173"/>
                </a:cubicBezTo>
                <a:lnTo>
                  <a:pt x="972355" y="494221"/>
                </a:lnTo>
                <a:lnTo>
                  <a:pt x="1054653" y="494221"/>
                </a:lnTo>
                <a:lnTo>
                  <a:pt x="1054653" y="257420"/>
                </a:lnTo>
                <a:cubicBezTo>
                  <a:pt x="1054653" y="186333"/>
                  <a:pt x="1016977" y="142174"/>
                  <a:pt x="944478" y="142174"/>
                </a:cubicBezTo>
                <a:cubicBezTo>
                  <a:pt x="892816" y="142174"/>
                  <a:pt x="864273" y="164301"/>
                  <a:pt x="848194" y="192547"/>
                </a:cubicBezTo>
                <a:lnTo>
                  <a:pt x="844008" y="192547"/>
                </a:lnTo>
                <a:lnTo>
                  <a:pt x="844008" y="11016"/>
                </a:lnTo>
                <a:moveTo>
                  <a:pt x="3352342" y="11016"/>
                </a:moveTo>
                <a:lnTo>
                  <a:pt x="3265857" y="11016"/>
                </a:lnTo>
                <a:lnTo>
                  <a:pt x="3265857" y="367864"/>
                </a:lnTo>
                <a:cubicBezTo>
                  <a:pt x="3265857" y="425864"/>
                  <a:pt x="3243499" y="460325"/>
                  <a:pt x="3190504" y="460325"/>
                </a:cubicBezTo>
                <a:cubicBezTo>
                  <a:pt x="3138176" y="460325"/>
                  <a:pt x="3115152" y="423698"/>
                  <a:pt x="3115152" y="360897"/>
                </a:cubicBezTo>
                <a:lnTo>
                  <a:pt x="3115152" y="294612"/>
                </a:lnTo>
                <a:lnTo>
                  <a:pt x="3028667" y="315985"/>
                </a:lnTo>
                <a:lnTo>
                  <a:pt x="3028667" y="345644"/>
                </a:lnTo>
                <a:cubicBezTo>
                  <a:pt x="3028667" y="436033"/>
                  <a:pt x="3074050" y="505143"/>
                  <a:pt x="3190504" y="505143"/>
                </a:cubicBezTo>
                <a:cubicBezTo>
                  <a:pt x="3306959" y="505143"/>
                  <a:pt x="3352342" y="436127"/>
                  <a:pt x="3352342" y="345644"/>
                </a:cubicBezTo>
                <a:lnTo>
                  <a:pt x="3352342" y="11016"/>
                </a:lnTo>
                <a:moveTo>
                  <a:pt x="3872675" y="11016"/>
                </a:moveTo>
                <a:lnTo>
                  <a:pt x="3790377" y="11016"/>
                </a:lnTo>
                <a:lnTo>
                  <a:pt x="3790377" y="494221"/>
                </a:lnTo>
                <a:lnTo>
                  <a:pt x="3872675" y="494221"/>
                </a:lnTo>
                <a:lnTo>
                  <a:pt x="3872675" y="271261"/>
                </a:lnTo>
                <a:cubicBezTo>
                  <a:pt x="3872675" y="220229"/>
                  <a:pt x="3899220" y="190476"/>
                  <a:pt x="3941749" y="190476"/>
                </a:cubicBezTo>
                <a:cubicBezTo>
                  <a:pt x="3982945" y="190476"/>
                  <a:pt x="4001022" y="217404"/>
                  <a:pt x="4001022" y="258173"/>
                </a:cubicBezTo>
                <a:lnTo>
                  <a:pt x="4001022" y="494221"/>
                </a:lnTo>
                <a:lnTo>
                  <a:pt x="4083320" y="494221"/>
                </a:lnTo>
                <a:lnTo>
                  <a:pt x="4083320" y="257420"/>
                </a:lnTo>
                <a:cubicBezTo>
                  <a:pt x="4083320" y="186333"/>
                  <a:pt x="4045644" y="142174"/>
                  <a:pt x="3973146" y="142174"/>
                </a:cubicBezTo>
                <a:cubicBezTo>
                  <a:pt x="3921483" y="142174"/>
                  <a:pt x="3892941" y="164301"/>
                  <a:pt x="3876861" y="192547"/>
                </a:cubicBezTo>
                <a:lnTo>
                  <a:pt x="3872675" y="192547"/>
                </a:lnTo>
                <a:lnTo>
                  <a:pt x="3872675" y="11016"/>
                </a:lnTo>
                <a:moveTo>
                  <a:pt x="2730110" y="454864"/>
                </a:moveTo>
                <a:cubicBezTo>
                  <a:pt x="2663130" y="454864"/>
                  <a:pt x="2622029" y="401007"/>
                  <a:pt x="2622029" y="343761"/>
                </a:cubicBezTo>
                <a:cubicBezTo>
                  <a:pt x="2622029" y="307887"/>
                  <a:pt x="2638108" y="274745"/>
                  <a:pt x="2664557" y="256102"/>
                </a:cubicBezTo>
                <a:lnTo>
                  <a:pt x="2822208" y="426617"/>
                </a:lnTo>
                <a:cubicBezTo>
                  <a:pt x="2792904" y="443848"/>
                  <a:pt x="2760080" y="454864"/>
                  <a:pt x="2730110" y="454864"/>
                </a:cubicBezTo>
                <a:moveTo>
                  <a:pt x="2883575" y="369936"/>
                </a:moveTo>
                <a:lnTo>
                  <a:pt x="2746856" y="220794"/>
                </a:lnTo>
                <a:cubicBezTo>
                  <a:pt x="2771307" y="211096"/>
                  <a:pt x="2794998" y="207706"/>
                  <a:pt x="2814502" y="207706"/>
                </a:cubicBezTo>
                <a:cubicBezTo>
                  <a:pt x="2871016" y="207706"/>
                  <a:pt x="2905838" y="240190"/>
                  <a:pt x="2905838" y="296118"/>
                </a:cubicBezTo>
                <a:cubicBezTo>
                  <a:pt x="2905934" y="320975"/>
                  <a:pt x="2898893" y="346491"/>
                  <a:pt x="2883575" y="369936"/>
                </a:cubicBezTo>
                <a:moveTo>
                  <a:pt x="2728017" y="200833"/>
                </a:moveTo>
                <a:lnTo>
                  <a:pt x="2698047" y="167690"/>
                </a:lnTo>
                <a:cubicBezTo>
                  <a:pt x="2671503" y="138691"/>
                  <a:pt x="2663891" y="120707"/>
                  <a:pt x="2663891" y="99334"/>
                </a:cubicBezTo>
                <a:cubicBezTo>
                  <a:pt x="2663891" y="59318"/>
                  <a:pt x="2689675" y="36532"/>
                  <a:pt x="2730110" y="36532"/>
                </a:cubicBezTo>
                <a:cubicBezTo>
                  <a:pt x="2771307" y="36532"/>
                  <a:pt x="2795664" y="59977"/>
                  <a:pt x="2795664" y="102817"/>
                </a:cubicBezTo>
                <a:cubicBezTo>
                  <a:pt x="2795664" y="142174"/>
                  <a:pt x="2776159" y="179460"/>
                  <a:pt x="2728017" y="200833"/>
                </a:cubicBezTo>
                <a:moveTo>
                  <a:pt x="2732204" y="0"/>
                </a:moveTo>
                <a:cubicBezTo>
                  <a:pt x="2635920" y="0"/>
                  <a:pt x="2588539" y="53198"/>
                  <a:pt x="2588539" y="119389"/>
                </a:cubicBezTo>
                <a:cubicBezTo>
                  <a:pt x="2588539" y="155262"/>
                  <a:pt x="2603857" y="191229"/>
                  <a:pt x="2644387" y="234635"/>
                </a:cubicBezTo>
                <a:lnTo>
                  <a:pt x="2645053" y="236047"/>
                </a:lnTo>
                <a:cubicBezTo>
                  <a:pt x="2576741" y="268531"/>
                  <a:pt x="2545344" y="320975"/>
                  <a:pt x="2545344" y="374832"/>
                </a:cubicBezTo>
                <a:cubicBezTo>
                  <a:pt x="2545344" y="445919"/>
                  <a:pt x="2600432" y="505331"/>
                  <a:pt x="2685584" y="505331"/>
                </a:cubicBezTo>
                <a:cubicBezTo>
                  <a:pt x="2734392" y="505331"/>
                  <a:pt x="2791573" y="485276"/>
                  <a:pt x="2843235" y="449403"/>
                </a:cubicBezTo>
                <a:lnTo>
                  <a:pt x="2885097" y="494315"/>
                </a:lnTo>
                <a:lnTo>
                  <a:pt x="2994606" y="494315"/>
                </a:lnTo>
                <a:lnTo>
                  <a:pt x="2994606" y="490831"/>
                </a:lnTo>
                <a:lnTo>
                  <a:pt x="2905363" y="393474"/>
                </a:lnTo>
                <a:cubicBezTo>
                  <a:pt x="2943039" y="349316"/>
                  <a:pt x="2964637" y="301014"/>
                  <a:pt x="2964637" y="258833"/>
                </a:cubicBezTo>
                <a:cubicBezTo>
                  <a:pt x="2964637" y="206388"/>
                  <a:pt x="2929053" y="171174"/>
                  <a:pt x="2873300" y="171174"/>
                </a:cubicBezTo>
                <a:cubicBezTo>
                  <a:pt x="2843996" y="171174"/>
                  <a:pt x="2811172" y="179460"/>
                  <a:pt x="2789574" y="187745"/>
                </a:cubicBezTo>
                <a:lnTo>
                  <a:pt x="2788147" y="185015"/>
                </a:lnTo>
                <a:cubicBezTo>
                  <a:pt x="2841142" y="156674"/>
                  <a:pt x="2863500" y="130499"/>
                  <a:pt x="2863500" y="93873"/>
                </a:cubicBezTo>
                <a:cubicBezTo>
                  <a:pt x="2863310" y="41428"/>
                  <a:pt x="2815929" y="0"/>
                  <a:pt x="2732204" y="0"/>
                </a:cubicBezTo>
              </a:path>
            </a:pathLst>
          </a:custGeom>
          <a:solidFill>
            <a:schemeClr val="bg1"/>
          </a:solidFill>
          <a:ln w="9509" cap="flat">
            <a:noFill/>
            <a:prstDash val="solid"/>
            <a:miter/>
          </a:ln>
        </p:spPr>
        <p:txBody>
          <a:bodyPr rtlCol="0" anchor="ctr"/>
          <a:lstStyle/>
          <a:p>
            <a:endParaRPr lang="en-GB"/>
          </a:p>
        </p:txBody>
      </p:sp>
      <p:sp>
        <p:nvSpPr>
          <p:cNvPr id="3" name="Footer Placeholder 4">
            <a:extLst>
              <a:ext uri="{FF2B5EF4-FFF2-40B4-BE49-F238E27FC236}">
                <a16:creationId xmlns:a16="http://schemas.microsoft.com/office/drawing/2014/main" id="{0AB8E24E-E435-1D31-7801-FC2E55A29FFB}"/>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bg1"/>
                </a:solidFill>
                <a:latin typeface="+mn-lt"/>
              </a:defRPr>
            </a:lvl1pPr>
          </a:lstStyle>
          <a:p>
            <a:pPr>
              <a:spcBef>
                <a:spcPts val="0"/>
              </a:spcBef>
              <a:spcAft>
                <a:spcPts val="300"/>
              </a:spcAft>
            </a:pPr>
            <a:r>
              <a:rPr lang="en-US"/>
              <a:t>Slide legal disclaimer goes here if required
Slide footer goes here if required. Turn off globally using the Header/Footer function (under the Insert menu).</a:t>
            </a:r>
            <a:endParaRPr lang="en-US" dirty="0"/>
          </a:p>
        </p:txBody>
      </p:sp>
      <p:sp>
        <p:nvSpPr>
          <p:cNvPr id="4" name="TextBox 3">
            <a:extLst>
              <a:ext uri="{FF2B5EF4-FFF2-40B4-BE49-F238E27FC236}">
                <a16:creationId xmlns:a16="http://schemas.microsoft.com/office/drawing/2014/main" id="{810024F5-8149-5166-0958-7A010143FEC1}"/>
              </a:ext>
            </a:extLst>
          </p:cNvPr>
          <p:cNvSpPr txBox="1"/>
          <p:nvPr userDrawn="1"/>
        </p:nvSpPr>
        <p:spPr>
          <a:xfrm>
            <a:off x="8638050" y="6432550"/>
            <a:ext cx="3260725" cy="183393"/>
          </a:xfrm>
          <a:prstGeom prst="rect">
            <a:avLst/>
          </a:prstGeom>
          <a:noFill/>
        </p:spPr>
        <p:txBody>
          <a:bodyPr wrap="square" lIns="0" tIns="0" rIns="0" bIns="0" rtlCol="0" anchor="b" anchorCtr="0">
            <a:noAutofit/>
          </a:bodyPr>
          <a:lstStyle/>
          <a:p>
            <a:pPr algn="r"/>
            <a:r>
              <a:rPr lang="en-US" sz="1500" kern="1200" dirty="0">
                <a:solidFill>
                  <a:schemeClr val="bg1"/>
                </a:solidFill>
                <a:latin typeface="+mn-lt"/>
                <a:ea typeface="+mn-ea"/>
                <a:cs typeface="+mn-cs"/>
              </a:rPr>
              <a:t>Core program name</a:t>
            </a:r>
          </a:p>
        </p:txBody>
      </p:sp>
    </p:spTree>
    <p:extLst>
      <p:ext uri="{BB962C8B-B14F-4D97-AF65-F5344CB8AC3E}">
        <p14:creationId xmlns:p14="http://schemas.microsoft.com/office/powerpoint/2010/main" val="26550194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9119AF0-BAA0-31B4-998E-02AD3B07E859}"/>
              </a:ext>
            </a:extLst>
          </p:cNvPr>
          <p:cNvSpPr>
            <a:spLocks noGrp="1"/>
          </p:cNvSpPr>
          <p:nvPr>
            <p:ph type="sldNum" sz="quarter" idx="12"/>
          </p:nvPr>
        </p:nvSpPr>
        <p:spPr/>
        <p:txBody>
          <a:bodyPr/>
          <a:lstStyle/>
          <a:p>
            <a:fld id="{AEC8D767-5246-2244-A4A3-B8AFB218393C}" type="slidenum">
              <a:rPr lang="en-GB" smtClean="0"/>
              <a:t>‹#›</a:t>
            </a:fld>
            <a:endParaRPr lang="en-GB"/>
          </a:p>
        </p:txBody>
      </p:sp>
      <p:sp>
        <p:nvSpPr>
          <p:cNvPr id="3" name="Text Placeholder 7">
            <a:extLst>
              <a:ext uri="{FF2B5EF4-FFF2-40B4-BE49-F238E27FC236}">
                <a16:creationId xmlns:a16="http://schemas.microsoft.com/office/drawing/2014/main" id="{17F42810-DCAF-7A30-3A4F-E23EA682FA39}"/>
              </a:ext>
            </a:extLst>
          </p:cNvPr>
          <p:cNvSpPr>
            <a:spLocks noGrp="1"/>
          </p:cNvSpPr>
          <p:nvPr>
            <p:ph type="body" sz="quarter" idx="14" hasCustomPrompt="1"/>
          </p:nvPr>
        </p:nvSpPr>
        <p:spPr>
          <a:xfrm>
            <a:off x="8124825" y="293525"/>
            <a:ext cx="3778250" cy="878050"/>
          </a:xfrm>
        </p:spPr>
        <p:txBody>
          <a:bodyPr/>
          <a:lstStyle>
            <a:lvl1pPr>
              <a:defRPr sz="1400"/>
            </a:lvl1pPr>
            <a:lvl2pPr>
              <a:defRPr sz="1400"/>
            </a:lvl2pPr>
            <a:lvl3pPr>
              <a:defRPr sz="1200"/>
            </a:lvl3pPr>
          </a:lstStyle>
          <a:p>
            <a:pPr lvl="0"/>
            <a:r>
              <a:rPr lang="en-GB" dirty="0"/>
              <a:t>Click to add text. Delete if not required.</a:t>
            </a:r>
          </a:p>
          <a:p>
            <a:pPr lvl="1"/>
            <a:r>
              <a:rPr lang="en-GB" dirty="0"/>
              <a:t>Second level</a:t>
            </a:r>
          </a:p>
          <a:p>
            <a:pPr lvl="2"/>
            <a:r>
              <a:rPr lang="en-GB" dirty="0"/>
              <a:t>Third level</a:t>
            </a:r>
          </a:p>
        </p:txBody>
      </p:sp>
      <p:sp>
        <p:nvSpPr>
          <p:cNvPr id="7" name="Title 6">
            <a:extLst>
              <a:ext uri="{FF2B5EF4-FFF2-40B4-BE49-F238E27FC236}">
                <a16:creationId xmlns:a16="http://schemas.microsoft.com/office/drawing/2014/main" id="{5373482F-4FA8-181D-CA6D-04D8D98AD13B}"/>
              </a:ext>
            </a:extLst>
          </p:cNvPr>
          <p:cNvSpPr>
            <a:spLocks noGrp="1"/>
          </p:cNvSpPr>
          <p:nvPr>
            <p:ph type="title"/>
          </p:nvPr>
        </p:nvSpPr>
        <p:spPr>
          <a:xfrm>
            <a:off x="288303" y="262267"/>
            <a:ext cx="6713538" cy="457818"/>
          </a:xfrm>
        </p:spPr>
        <p:txBody>
          <a:bodyPr/>
          <a:lstStyle/>
          <a:p>
            <a:r>
              <a:rPr lang="en-US"/>
              <a:t>Click to edit Master title style</a:t>
            </a:r>
            <a:endParaRPr lang="en-GB" dirty="0"/>
          </a:p>
        </p:txBody>
      </p:sp>
      <p:sp>
        <p:nvSpPr>
          <p:cNvPr id="6" name="Subtitle 2">
            <a:extLst>
              <a:ext uri="{FF2B5EF4-FFF2-40B4-BE49-F238E27FC236}">
                <a16:creationId xmlns:a16="http://schemas.microsoft.com/office/drawing/2014/main" id="{64BCB963-058E-5C5B-947F-AC1D9DD6C9FB}"/>
              </a:ext>
            </a:extLst>
          </p:cNvPr>
          <p:cNvSpPr>
            <a:spLocks noGrp="1"/>
          </p:cNvSpPr>
          <p:nvPr>
            <p:ph type="subTitle" idx="16" hasCustomPrompt="1"/>
          </p:nvPr>
        </p:nvSpPr>
        <p:spPr>
          <a:xfrm>
            <a:off x="288302" y="713620"/>
            <a:ext cx="6713538" cy="292965"/>
          </a:xfrm>
        </p:spPr>
        <p:txBody>
          <a:bodyPr vert="horz" wrap="square" lIns="0" tIns="0" rIns="0" bIns="0" rtlCol="0" anchor="t">
            <a:spAutoFit/>
          </a:bodyPr>
          <a:lstStyle>
            <a:lvl1pPr>
              <a:defRPr lang="en-GB" b="1" dirty="0"/>
            </a:lvl1pPr>
          </a:lstStyle>
          <a:p>
            <a:pPr lvl="0"/>
            <a:r>
              <a:rPr lang="en-GB" dirty="0"/>
              <a:t>Subtitle. Delete if not required.</a:t>
            </a:r>
          </a:p>
        </p:txBody>
      </p:sp>
      <p:sp>
        <p:nvSpPr>
          <p:cNvPr id="2" name="Footer Placeholder 4">
            <a:extLst>
              <a:ext uri="{FF2B5EF4-FFF2-40B4-BE49-F238E27FC236}">
                <a16:creationId xmlns:a16="http://schemas.microsoft.com/office/drawing/2014/main" id="{B4313EC1-0D30-C944-21E6-B89F8290D2D3}"/>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Tree>
    <p:extLst>
      <p:ext uri="{BB962C8B-B14F-4D97-AF65-F5344CB8AC3E}">
        <p14:creationId xmlns:p14="http://schemas.microsoft.com/office/powerpoint/2010/main" val="18412525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D3AC25-83CD-60B4-726C-FF80D1E34156}"/>
              </a:ext>
            </a:extLst>
          </p:cNvPr>
          <p:cNvSpPr>
            <a:spLocks noGrp="1"/>
          </p:cNvSpPr>
          <p:nvPr>
            <p:ph type="title"/>
          </p:nvPr>
        </p:nvSpPr>
        <p:spPr>
          <a:xfrm>
            <a:off x="288303" y="262267"/>
            <a:ext cx="9649446" cy="468590"/>
          </a:xfrm>
          <a:prstGeom prst="rect">
            <a:avLst/>
          </a:prstGeom>
        </p:spPr>
        <p:txBody>
          <a:bodyPr vert="horz" wrap="square" lIns="0" tIns="0" rIns="0" bIns="0" rtlCol="0" anchor="t">
            <a:spAutoFit/>
          </a:bodyPr>
          <a:lstStyle/>
          <a:p>
            <a:r>
              <a:rPr lang="en-US"/>
              <a:t>Click to edit Master title style</a:t>
            </a:r>
            <a:endParaRPr lang="en-GB" dirty="0"/>
          </a:p>
        </p:txBody>
      </p:sp>
      <p:sp>
        <p:nvSpPr>
          <p:cNvPr id="3" name="Text Placeholder 2">
            <a:extLst>
              <a:ext uri="{FF2B5EF4-FFF2-40B4-BE49-F238E27FC236}">
                <a16:creationId xmlns:a16="http://schemas.microsoft.com/office/drawing/2014/main" id="{FB6C014F-3AB8-1D05-B6D7-A26746AAF1A0}"/>
              </a:ext>
            </a:extLst>
          </p:cNvPr>
          <p:cNvSpPr>
            <a:spLocks noGrp="1"/>
          </p:cNvSpPr>
          <p:nvPr>
            <p:ph type="body" idx="1"/>
          </p:nvPr>
        </p:nvSpPr>
        <p:spPr>
          <a:xfrm>
            <a:off x="289384" y="1822451"/>
            <a:ext cx="11610516" cy="394334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a:extLst>
              <a:ext uri="{FF2B5EF4-FFF2-40B4-BE49-F238E27FC236}">
                <a16:creationId xmlns:a16="http://schemas.microsoft.com/office/drawing/2014/main" id="{C2DB68EF-BA48-F4BC-BE79-97134696D633}"/>
              </a:ext>
            </a:extLst>
          </p:cNvPr>
          <p:cNvSpPr>
            <a:spLocks noGrp="1"/>
          </p:cNvSpPr>
          <p:nvPr>
            <p:ph type="ftr" sz="quarter" idx="3"/>
          </p:nvPr>
        </p:nvSpPr>
        <p:spPr>
          <a:xfrm>
            <a:off x="288259" y="5868000"/>
            <a:ext cx="11610516" cy="304122"/>
          </a:xfrm>
          <a:prstGeom prst="rect">
            <a:avLst/>
          </a:prstGeom>
        </p:spPr>
        <p:txBody>
          <a:bodyPr vert="horz" wrap="square" lIns="0" tIns="0" rIns="0" bIns="0" rtlCol="0" anchor="b" anchorCtr="0">
            <a:spAutoFit/>
          </a:bodyPr>
          <a:lstStyle>
            <a:lvl1pPr algn="l">
              <a:lnSpc>
                <a:spcPct val="110000"/>
              </a:lnSpc>
              <a:spcBef>
                <a:spcPts val="600"/>
              </a:spcBef>
              <a:spcAft>
                <a:spcPts val="600"/>
              </a:spcAft>
              <a:defRPr sz="800" b="0" i="0">
                <a:solidFill>
                  <a:schemeClr val="tx1"/>
                </a:solidFill>
                <a:latin typeface="+mn-lt"/>
              </a:defRPr>
            </a:lvl1pPr>
          </a:lstStyle>
          <a:p>
            <a:pPr>
              <a:spcBef>
                <a:spcPts val="0"/>
              </a:spcBef>
              <a:spcAft>
                <a:spcPts val="300"/>
              </a:spcAft>
            </a:pPr>
            <a:r>
              <a:rPr lang="en-US" b="0" i="0" dirty="0">
                <a:effectLst/>
              </a:rPr>
              <a:t>Slide legal disclaimer goes here if required
Slide footer goes here if required. Turn off globally using the Header/Footer function (under the Insert menu).</a:t>
            </a:r>
          </a:p>
        </p:txBody>
      </p:sp>
      <p:sp>
        <p:nvSpPr>
          <p:cNvPr id="6" name="Slide Number Placeholder 5">
            <a:extLst>
              <a:ext uri="{FF2B5EF4-FFF2-40B4-BE49-F238E27FC236}">
                <a16:creationId xmlns:a16="http://schemas.microsoft.com/office/drawing/2014/main" id="{150AF38A-4788-8D76-5A2D-056814C2D2C7}"/>
              </a:ext>
            </a:extLst>
          </p:cNvPr>
          <p:cNvSpPr>
            <a:spLocks noGrp="1"/>
          </p:cNvSpPr>
          <p:nvPr>
            <p:ph type="sldNum" sz="quarter" idx="4"/>
          </p:nvPr>
        </p:nvSpPr>
        <p:spPr>
          <a:xfrm>
            <a:off x="11581942" y="6433878"/>
            <a:ext cx="320674" cy="153463"/>
          </a:xfrm>
          <a:prstGeom prst="rect">
            <a:avLst/>
          </a:prstGeom>
        </p:spPr>
        <p:txBody>
          <a:bodyPr vert="horz" lIns="0" tIns="0" rIns="0" bIns="0" rtlCol="0" anchor="ctr"/>
          <a:lstStyle>
            <a:lvl1pPr algn="r">
              <a:lnSpc>
                <a:spcPct val="110000"/>
              </a:lnSpc>
              <a:spcBef>
                <a:spcPts val="600"/>
              </a:spcBef>
              <a:spcAft>
                <a:spcPts val="600"/>
              </a:spcAft>
              <a:defRPr sz="900" b="0" i="0">
                <a:solidFill>
                  <a:schemeClr val="tx1"/>
                </a:solidFill>
                <a:latin typeface="+mn-lt"/>
              </a:defRPr>
            </a:lvl1pPr>
          </a:lstStyle>
          <a:p>
            <a:fld id="{AEC8D767-5246-2244-A4A3-B8AFB218393C}" type="slidenum">
              <a:rPr lang="en-GB" smtClean="0"/>
              <a:pPr/>
              <a:t>‹#›</a:t>
            </a:fld>
            <a:endParaRPr lang="en-GB" dirty="0"/>
          </a:p>
        </p:txBody>
      </p:sp>
      <p:sp>
        <p:nvSpPr>
          <p:cNvPr id="7" name="Graphic 8">
            <a:extLst>
              <a:ext uri="{FF2B5EF4-FFF2-40B4-BE49-F238E27FC236}">
                <a16:creationId xmlns:a16="http://schemas.microsoft.com/office/drawing/2014/main" id="{71D9F931-ED36-50EC-E2EC-55287206CF4F}"/>
              </a:ext>
            </a:extLst>
          </p:cNvPr>
          <p:cNvSpPr>
            <a:spLocks noChangeAspect="1"/>
          </p:cNvSpPr>
          <p:nvPr userDrawn="1"/>
        </p:nvSpPr>
        <p:spPr>
          <a:xfrm>
            <a:off x="287338" y="6416675"/>
            <a:ext cx="352800" cy="149403"/>
          </a:xfrm>
          <a:custGeom>
            <a:avLst/>
            <a:gdLst>
              <a:gd name="connsiteX0" fmla="*/ 5699846 w 6586631"/>
              <a:gd name="connsiteY0" fmla="*/ 2789294 h 2789293"/>
              <a:gd name="connsiteX1" fmla="*/ 6586632 w 6586631"/>
              <a:gd name="connsiteY1" fmla="*/ 1909153 h 2789293"/>
              <a:gd name="connsiteX2" fmla="*/ 6586632 w 6586631"/>
              <a:gd name="connsiteY2" fmla="*/ 60980 h 2789293"/>
              <a:gd name="connsiteX3" fmla="*/ 6112656 w 6586631"/>
              <a:gd name="connsiteY3" fmla="*/ 60980 h 2789293"/>
              <a:gd name="connsiteX4" fmla="*/ 6112656 w 6586631"/>
              <a:gd name="connsiteY4" fmla="*/ 2031114 h 2789293"/>
              <a:gd name="connsiteX5" fmla="*/ 5699846 w 6586631"/>
              <a:gd name="connsiteY5" fmla="*/ 2541669 h 2789293"/>
              <a:gd name="connsiteX6" fmla="*/ 5287036 w 6586631"/>
              <a:gd name="connsiteY6" fmla="*/ 1992847 h 2789293"/>
              <a:gd name="connsiteX7" fmla="*/ 5287036 w 6586631"/>
              <a:gd name="connsiteY7" fmla="*/ 1627212 h 2789293"/>
              <a:gd name="connsiteX8" fmla="*/ 4813060 w 6586631"/>
              <a:gd name="connsiteY8" fmla="*/ 1745222 h 2789293"/>
              <a:gd name="connsiteX9" fmla="*/ 4813060 w 6586631"/>
              <a:gd name="connsiteY9" fmla="*/ 1909153 h 2789293"/>
              <a:gd name="connsiteX10" fmla="*/ 5699846 w 6586631"/>
              <a:gd name="connsiteY10" fmla="*/ 2789294 h 2789293"/>
              <a:gd name="connsiteX11" fmla="*/ 3177175 w 6586631"/>
              <a:gd name="connsiteY11" fmla="*/ 2511056 h 2789293"/>
              <a:gd name="connsiteX12" fmla="*/ 2584828 w 6586631"/>
              <a:gd name="connsiteY12" fmla="*/ 1897549 h 2789293"/>
              <a:gd name="connsiteX13" fmla="*/ 2817854 w 6586631"/>
              <a:gd name="connsiteY13" fmla="*/ 1413657 h 2789293"/>
              <a:gd name="connsiteX14" fmla="*/ 3681610 w 6586631"/>
              <a:gd name="connsiteY14" fmla="*/ 2354778 h 2789293"/>
              <a:gd name="connsiteX15" fmla="*/ 3177175 w 6586631"/>
              <a:gd name="connsiteY15" fmla="*/ 2511056 h 2789293"/>
              <a:gd name="connsiteX16" fmla="*/ 3639512 w 6586631"/>
              <a:gd name="connsiteY16" fmla="*/ 1147022 h 2789293"/>
              <a:gd name="connsiteX17" fmla="*/ 4140232 w 6586631"/>
              <a:gd name="connsiteY17" fmla="*/ 1634865 h 2789293"/>
              <a:gd name="connsiteX18" fmla="*/ 4017900 w 6586631"/>
              <a:gd name="connsiteY18" fmla="*/ 2042717 h 2789293"/>
              <a:gd name="connsiteX19" fmla="*/ 3268800 w 6586631"/>
              <a:gd name="connsiteY19" fmla="*/ 1219359 h 2789293"/>
              <a:gd name="connsiteX20" fmla="*/ 3639512 w 6586631"/>
              <a:gd name="connsiteY20" fmla="*/ 1147022 h 2789293"/>
              <a:gd name="connsiteX21" fmla="*/ 3177175 w 6586631"/>
              <a:gd name="connsiteY21" fmla="*/ 201951 h 2789293"/>
              <a:gd name="connsiteX22" fmla="*/ 3536495 w 6586631"/>
              <a:gd name="connsiteY22" fmla="*/ 567833 h 2789293"/>
              <a:gd name="connsiteX23" fmla="*/ 3165783 w 6586631"/>
              <a:gd name="connsiteY23" fmla="*/ 1109002 h 2789293"/>
              <a:gd name="connsiteX24" fmla="*/ 3001353 w 6586631"/>
              <a:gd name="connsiteY24" fmla="*/ 926061 h 2789293"/>
              <a:gd name="connsiteX25" fmla="*/ 2814140 w 6586631"/>
              <a:gd name="connsiteY25" fmla="*/ 548823 h 2789293"/>
              <a:gd name="connsiteX26" fmla="*/ 3177175 w 6586631"/>
              <a:gd name="connsiteY26" fmla="*/ 201951 h 2789293"/>
              <a:gd name="connsiteX27" fmla="*/ 4136518 w 6586631"/>
              <a:gd name="connsiteY27" fmla="*/ 2172084 h 2789293"/>
              <a:gd name="connsiteX28" fmla="*/ 4461417 w 6586631"/>
              <a:gd name="connsiteY28" fmla="*/ 1428964 h 2789293"/>
              <a:gd name="connsiteX29" fmla="*/ 3960696 w 6586631"/>
              <a:gd name="connsiteY29" fmla="*/ 945071 h 2789293"/>
              <a:gd name="connsiteX30" fmla="*/ 3502073 w 6586631"/>
              <a:gd name="connsiteY30" fmla="*/ 1036418 h 2789293"/>
              <a:gd name="connsiteX31" fmla="*/ 3494397 w 6586631"/>
              <a:gd name="connsiteY31" fmla="*/ 1021112 h 2789293"/>
              <a:gd name="connsiteX32" fmla="*/ 3907206 w 6586631"/>
              <a:gd name="connsiteY32" fmla="*/ 518209 h 2789293"/>
              <a:gd name="connsiteX33" fmla="*/ 3188566 w 6586631"/>
              <a:gd name="connsiteY33" fmla="*/ 0 h 2789293"/>
              <a:gd name="connsiteX34" fmla="*/ 2401082 w 6586631"/>
              <a:gd name="connsiteY34" fmla="*/ 659180 h 2789293"/>
              <a:gd name="connsiteX35" fmla="*/ 2706913 w 6586631"/>
              <a:gd name="connsiteY35" fmla="*/ 1295646 h 2789293"/>
              <a:gd name="connsiteX36" fmla="*/ 2710628 w 6586631"/>
              <a:gd name="connsiteY36" fmla="*/ 1303300 h 2789293"/>
              <a:gd name="connsiteX37" fmla="*/ 2164094 w 6586631"/>
              <a:gd name="connsiteY37" fmla="*/ 2069134 h 2789293"/>
              <a:gd name="connsiteX38" fmla="*/ 2932262 w 6586631"/>
              <a:gd name="connsiteY38" fmla="*/ 2789294 h 2789293"/>
              <a:gd name="connsiteX39" fmla="*/ 3796018 w 6586631"/>
              <a:gd name="connsiteY39" fmla="*/ 2480689 h 2789293"/>
              <a:gd name="connsiteX40" fmla="*/ 4025329 w 6586631"/>
              <a:gd name="connsiteY40" fmla="*/ 2728314 h 2789293"/>
              <a:gd name="connsiteX41" fmla="*/ 4625352 w 6586631"/>
              <a:gd name="connsiteY41" fmla="*/ 2728314 h 2789293"/>
              <a:gd name="connsiteX42" fmla="*/ 4625352 w 6586631"/>
              <a:gd name="connsiteY42" fmla="*/ 2709303 h 2789293"/>
              <a:gd name="connsiteX43" fmla="*/ 4136518 w 6586631"/>
              <a:gd name="connsiteY43" fmla="*/ 2172084 h 2789293"/>
              <a:gd name="connsiteX44" fmla="*/ 886786 w 6586631"/>
              <a:gd name="connsiteY44" fmla="*/ 2789294 h 2789293"/>
              <a:gd name="connsiteX45" fmla="*/ 1773572 w 6586631"/>
              <a:gd name="connsiteY45" fmla="*/ 1909153 h 2789293"/>
              <a:gd name="connsiteX46" fmla="*/ 1773572 w 6586631"/>
              <a:gd name="connsiteY46" fmla="*/ 60980 h 2789293"/>
              <a:gd name="connsiteX47" fmla="*/ 1299596 w 6586631"/>
              <a:gd name="connsiteY47" fmla="*/ 60980 h 2789293"/>
              <a:gd name="connsiteX48" fmla="*/ 1299596 w 6586631"/>
              <a:gd name="connsiteY48" fmla="*/ 2031114 h 2789293"/>
              <a:gd name="connsiteX49" fmla="*/ 886786 w 6586631"/>
              <a:gd name="connsiteY49" fmla="*/ 2541669 h 2789293"/>
              <a:gd name="connsiteX50" fmla="*/ 473976 w 6586631"/>
              <a:gd name="connsiteY50" fmla="*/ 1992847 h 2789293"/>
              <a:gd name="connsiteX51" fmla="*/ 473976 w 6586631"/>
              <a:gd name="connsiteY51" fmla="*/ 1627212 h 2789293"/>
              <a:gd name="connsiteX52" fmla="*/ 0 w 6586631"/>
              <a:gd name="connsiteY52" fmla="*/ 1745222 h 2789293"/>
              <a:gd name="connsiteX53" fmla="*/ 0 w 6586631"/>
              <a:gd name="connsiteY53" fmla="*/ 1909153 h 2789293"/>
              <a:gd name="connsiteX54" fmla="*/ 886786 w 6586631"/>
              <a:gd name="connsiteY54" fmla="*/ 2789294 h 2789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6586631" h="2789293">
                <a:moveTo>
                  <a:pt x="5699846" y="2789294"/>
                </a:moveTo>
                <a:cubicBezTo>
                  <a:pt x="6338253" y="2789294"/>
                  <a:pt x="6586632" y="2408105"/>
                  <a:pt x="6586632" y="1909153"/>
                </a:cubicBezTo>
                <a:lnTo>
                  <a:pt x="6586632" y="60980"/>
                </a:lnTo>
                <a:lnTo>
                  <a:pt x="6112656" y="60980"/>
                </a:lnTo>
                <a:lnTo>
                  <a:pt x="6112656" y="2031114"/>
                </a:lnTo>
                <a:cubicBezTo>
                  <a:pt x="6112656" y="2351075"/>
                  <a:pt x="5990324" y="2541669"/>
                  <a:pt x="5699846" y="2541669"/>
                </a:cubicBezTo>
                <a:cubicBezTo>
                  <a:pt x="5413083" y="2541669"/>
                  <a:pt x="5287036" y="2339718"/>
                  <a:pt x="5287036" y="1992847"/>
                </a:cubicBezTo>
                <a:lnTo>
                  <a:pt x="5287036" y="1627212"/>
                </a:lnTo>
                <a:lnTo>
                  <a:pt x="4813060" y="1745222"/>
                </a:lnTo>
                <a:lnTo>
                  <a:pt x="4813060" y="1909153"/>
                </a:lnTo>
                <a:cubicBezTo>
                  <a:pt x="4813060" y="2408352"/>
                  <a:pt x="5061440" y="2789294"/>
                  <a:pt x="5699846" y="2789294"/>
                </a:cubicBezTo>
                <a:moveTo>
                  <a:pt x="3177175" y="2511056"/>
                </a:moveTo>
                <a:cubicBezTo>
                  <a:pt x="2810177" y="2511056"/>
                  <a:pt x="2584828" y="2213808"/>
                  <a:pt x="2584828" y="1897549"/>
                </a:cubicBezTo>
                <a:cubicBezTo>
                  <a:pt x="2584828" y="1699302"/>
                  <a:pt x="2672739" y="1516361"/>
                  <a:pt x="2817854" y="1413657"/>
                </a:cubicBezTo>
                <a:lnTo>
                  <a:pt x="3681610" y="2354778"/>
                </a:lnTo>
                <a:cubicBezTo>
                  <a:pt x="3521141" y="2450075"/>
                  <a:pt x="3341358" y="2511056"/>
                  <a:pt x="3177175" y="2511056"/>
                </a:cubicBezTo>
                <a:moveTo>
                  <a:pt x="3639512" y="1147022"/>
                </a:moveTo>
                <a:cubicBezTo>
                  <a:pt x="3949057" y="1147022"/>
                  <a:pt x="4140232" y="1326013"/>
                  <a:pt x="4140232" y="1634865"/>
                </a:cubicBezTo>
                <a:cubicBezTo>
                  <a:pt x="4140232" y="1772132"/>
                  <a:pt x="4102096" y="1913103"/>
                  <a:pt x="4017900" y="2042717"/>
                </a:cubicBezTo>
                <a:lnTo>
                  <a:pt x="3268800" y="1219359"/>
                </a:lnTo>
                <a:cubicBezTo>
                  <a:pt x="3402524" y="1166032"/>
                  <a:pt x="3532533" y="1147022"/>
                  <a:pt x="3639512" y="1147022"/>
                </a:cubicBezTo>
                <a:moveTo>
                  <a:pt x="3177175" y="201951"/>
                </a:moveTo>
                <a:cubicBezTo>
                  <a:pt x="3402771" y="201951"/>
                  <a:pt x="3536495" y="331565"/>
                  <a:pt x="3536495" y="567833"/>
                </a:cubicBezTo>
                <a:cubicBezTo>
                  <a:pt x="3536495" y="785091"/>
                  <a:pt x="3429516" y="990745"/>
                  <a:pt x="3165783" y="1109002"/>
                </a:cubicBezTo>
                <a:lnTo>
                  <a:pt x="3001353" y="926061"/>
                </a:lnTo>
                <a:cubicBezTo>
                  <a:pt x="2855990" y="766081"/>
                  <a:pt x="2814140" y="666833"/>
                  <a:pt x="2814140" y="548823"/>
                </a:cubicBezTo>
                <a:cubicBezTo>
                  <a:pt x="2813892" y="327615"/>
                  <a:pt x="2955292" y="201951"/>
                  <a:pt x="3177175" y="201951"/>
                </a:cubicBezTo>
                <a:moveTo>
                  <a:pt x="4136518" y="2172084"/>
                </a:moveTo>
                <a:cubicBezTo>
                  <a:pt x="4343047" y="1928163"/>
                  <a:pt x="4461417" y="1661528"/>
                  <a:pt x="4461417" y="1428964"/>
                </a:cubicBezTo>
                <a:cubicBezTo>
                  <a:pt x="4461417" y="1139369"/>
                  <a:pt x="4266527" y="945071"/>
                  <a:pt x="3960696" y="945071"/>
                </a:cubicBezTo>
                <a:cubicBezTo>
                  <a:pt x="3800228" y="945071"/>
                  <a:pt x="3620443" y="990745"/>
                  <a:pt x="3502073" y="1036418"/>
                </a:cubicBezTo>
                <a:lnTo>
                  <a:pt x="3494397" y="1021112"/>
                </a:lnTo>
                <a:cubicBezTo>
                  <a:pt x="3784874" y="864834"/>
                  <a:pt x="3907206" y="720160"/>
                  <a:pt x="3907206" y="518209"/>
                </a:cubicBezTo>
                <a:cubicBezTo>
                  <a:pt x="3907206" y="228614"/>
                  <a:pt x="3647188" y="0"/>
                  <a:pt x="3188566" y="0"/>
                </a:cubicBezTo>
                <a:cubicBezTo>
                  <a:pt x="2661100" y="0"/>
                  <a:pt x="2401082" y="293545"/>
                  <a:pt x="2401082" y="659180"/>
                </a:cubicBezTo>
                <a:cubicBezTo>
                  <a:pt x="2401082" y="857428"/>
                  <a:pt x="2485278" y="1055429"/>
                  <a:pt x="2706913" y="1295646"/>
                </a:cubicBezTo>
                <a:lnTo>
                  <a:pt x="2710628" y="1303300"/>
                </a:lnTo>
                <a:cubicBezTo>
                  <a:pt x="2336201" y="1482291"/>
                  <a:pt x="2164094" y="1771886"/>
                  <a:pt x="2164094" y="2069134"/>
                </a:cubicBezTo>
                <a:cubicBezTo>
                  <a:pt x="2164094" y="2461679"/>
                  <a:pt x="2465963" y="2789294"/>
                  <a:pt x="2932262" y="2789294"/>
                </a:cubicBezTo>
                <a:cubicBezTo>
                  <a:pt x="3199710" y="2789294"/>
                  <a:pt x="3513217" y="2678690"/>
                  <a:pt x="3796018" y="2480689"/>
                </a:cubicBezTo>
                <a:lnTo>
                  <a:pt x="4025329" y="2728314"/>
                </a:lnTo>
                <a:lnTo>
                  <a:pt x="4625352" y="2728314"/>
                </a:lnTo>
                <a:lnTo>
                  <a:pt x="4625352" y="2709303"/>
                </a:lnTo>
                <a:lnTo>
                  <a:pt x="4136518" y="2172084"/>
                </a:lnTo>
                <a:close/>
                <a:moveTo>
                  <a:pt x="886786" y="2789294"/>
                </a:moveTo>
                <a:cubicBezTo>
                  <a:pt x="1525192" y="2789294"/>
                  <a:pt x="1773572" y="2408105"/>
                  <a:pt x="1773572" y="1909153"/>
                </a:cubicBezTo>
                <a:lnTo>
                  <a:pt x="1773572" y="60980"/>
                </a:lnTo>
                <a:lnTo>
                  <a:pt x="1299596" y="60980"/>
                </a:lnTo>
                <a:lnTo>
                  <a:pt x="1299596" y="2031114"/>
                </a:lnTo>
                <a:cubicBezTo>
                  <a:pt x="1299596" y="2351075"/>
                  <a:pt x="1177263" y="2541669"/>
                  <a:pt x="886786" y="2541669"/>
                </a:cubicBezTo>
                <a:cubicBezTo>
                  <a:pt x="600023" y="2541669"/>
                  <a:pt x="473976" y="2339718"/>
                  <a:pt x="473976" y="1992847"/>
                </a:cubicBezTo>
                <a:lnTo>
                  <a:pt x="473976" y="1627212"/>
                </a:lnTo>
                <a:lnTo>
                  <a:pt x="0" y="1745222"/>
                </a:lnTo>
                <a:lnTo>
                  <a:pt x="0" y="1909153"/>
                </a:lnTo>
                <a:cubicBezTo>
                  <a:pt x="0" y="2408352"/>
                  <a:pt x="248379" y="2789294"/>
                  <a:pt x="886786" y="2789294"/>
                </a:cubicBezTo>
              </a:path>
            </a:pathLst>
          </a:custGeom>
          <a:solidFill>
            <a:schemeClr val="accent1"/>
          </a:solidFill>
          <a:ln w="24751" cap="flat">
            <a:noFill/>
            <a:prstDash val="solid"/>
            <a:miter/>
          </a:ln>
        </p:spPr>
        <p:txBody>
          <a:bodyPr rtlCol="0" anchor="ctr"/>
          <a:lstStyle/>
          <a:p>
            <a:endParaRPr lang="en-GB"/>
          </a:p>
        </p:txBody>
      </p:sp>
      <p:sp>
        <p:nvSpPr>
          <p:cNvPr id="4" name="TextBox 3">
            <a:extLst>
              <a:ext uri="{FF2B5EF4-FFF2-40B4-BE49-F238E27FC236}">
                <a16:creationId xmlns:a16="http://schemas.microsoft.com/office/drawing/2014/main" id="{CF5886F1-17DD-FBEB-EE71-541D30F4C7A0}"/>
              </a:ext>
            </a:extLst>
          </p:cNvPr>
          <p:cNvSpPr txBox="1"/>
          <p:nvPr userDrawn="1"/>
        </p:nvSpPr>
        <p:spPr>
          <a:xfrm>
            <a:off x="8124825" y="6449779"/>
            <a:ext cx="3260725" cy="153464"/>
          </a:xfrm>
          <a:prstGeom prst="rect">
            <a:avLst/>
          </a:prstGeom>
          <a:noFill/>
        </p:spPr>
        <p:txBody>
          <a:bodyPr wrap="square" lIns="0" tIns="0" rIns="0" bIns="0" rtlCol="0" anchor="b" anchorCtr="0">
            <a:noAutofit/>
          </a:bodyPr>
          <a:lstStyle/>
          <a:p>
            <a:pPr algn="r"/>
            <a:r>
              <a:rPr lang="en-US" sz="1100" kern="1200" dirty="0">
                <a:solidFill>
                  <a:schemeClr val="accent1"/>
                </a:solidFill>
                <a:latin typeface="+mn-lt"/>
                <a:ea typeface="+mn-ea"/>
                <a:cs typeface="+mn-cs"/>
              </a:rPr>
              <a:t>Core program name</a:t>
            </a:r>
          </a:p>
        </p:txBody>
      </p:sp>
    </p:spTree>
    <p:extLst>
      <p:ext uri="{BB962C8B-B14F-4D97-AF65-F5344CB8AC3E}">
        <p14:creationId xmlns:p14="http://schemas.microsoft.com/office/powerpoint/2010/main" val="3543768889"/>
      </p:ext>
    </p:extLst>
  </p:cSld>
  <p:clrMap bg1="lt1" tx1="dk1" bg2="lt2" tx2="dk2" accent1="accent1" accent2="accent2" accent3="accent3" accent4="accent4" accent5="accent5" accent6="accent6" hlink="hlink" folHlink="folHlink"/>
  <p:sldLayoutIdLst>
    <p:sldLayoutId id="2147483680" r:id="rId1"/>
    <p:sldLayoutId id="2147483685" r:id="rId2"/>
  </p:sldLayoutIdLst>
  <p:hf hdr="0" ftr="0" dt="0"/>
  <p:txStyles>
    <p:titleStyle>
      <a:lvl1pPr algn="l" defTabSz="914400" rtl="0" eaLnBrk="1" latinLnBrk="0" hangingPunct="1">
        <a:lnSpc>
          <a:spcPct val="85000"/>
        </a:lnSpc>
        <a:spcBef>
          <a:spcPts val="600"/>
        </a:spcBef>
        <a:spcAft>
          <a:spcPts val="600"/>
        </a:spcAft>
        <a:buNone/>
        <a:defRPr sz="3500" b="0" i="0" kern="1200" spc="0" baseline="0">
          <a:solidFill>
            <a:schemeClr val="accent1"/>
          </a:solidFill>
          <a:latin typeface="+mj-lt"/>
          <a:ea typeface="+mj-ea"/>
          <a:cs typeface="+mj-cs"/>
        </a:defRPr>
      </a:lvl1pPr>
    </p:titleStyle>
    <p:bodyStyle>
      <a:lvl1pPr marL="0" indent="0" algn="l" defTabSz="914400" rtl="0" eaLnBrk="1" latinLnBrk="0" hangingPunct="1">
        <a:lnSpc>
          <a:spcPct val="110000"/>
        </a:lnSpc>
        <a:spcBef>
          <a:spcPts val="600"/>
        </a:spcBef>
        <a:spcAft>
          <a:spcPts val="600"/>
        </a:spcAft>
        <a:buFont typeface="Arial" panose="020B0604020202020204" pitchFamily="34" charset="0"/>
        <a:buNone/>
        <a:tabLst/>
        <a:defRPr sz="1800" b="0" i="0" kern="1200">
          <a:solidFill>
            <a:schemeClr val="tx1"/>
          </a:solidFill>
          <a:latin typeface="+mn-lt"/>
          <a:ea typeface="+mn-ea"/>
          <a:cs typeface="+mn-cs"/>
        </a:defRPr>
      </a:lvl1pPr>
      <a:lvl2pPr marL="285750" indent="-285750" algn="l" defTabSz="914400" rtl="0" eaLnBrk="1" latinLnBrk="0" hangingPunct="1">
        <a:lnSpc>
          <a:spcPct val="110000"/>
        </a:lnSpc>
        <a:spcBef>
          <a:spcPts val="0"/>
        </a:spcBef>
        <a:spcAft>
          <a:spcPts val="600"/>
        </a:spcAft>
        <a:buFont typeface="Arial" panose="020B0604020202020204" pitchFamily="34" charset="0"/>
        <a:buChar char="•"/>
        <a:tabLst/>
        <a:defRPr sz="1800" b="0" i="0" kern="1200">
          <a:solidFill>
            <a:schemeClr val="tx1"/>
          </a:solidFill>
          <a:latin typeface="+mn-lt"/>
          <a:ea typeface="+mn-ea"/>
          <a:cs typeface="+mn-cs"/>
        </a:defRPr>
      </a:lvl2pPr>
      <a:lvl3pPr marL="571500" indent="-285750" algn="l" defTabSz="914400" rtl="0" eaLnBrk="1" latinLnBrk="0" hangingPunct="1">
        <a:lnSpc>
          <a:spcPct val="110000"/>
        </a:lnSpc>
        <a:spcBef>
          <a:spcPts val="0"/>
        </a:spcBef>
        <a:spcAft>
          <a:spcPts val="600"/>
        </a:spcAft>
        <a:buFont typeface="Arial" panose="020B0604020202020204" pitchFamily="34" charset="0"/>
        <a:buChar char="•"/>
        <a:tabLst/>
        <a:defRPr sz="1600" b="0" i="0" kern="1200">
          <a:solidFill>
            <a:schemeClr val="tx1"/>
          </a:solidFill>
          <a:latin typeface="+mn-lt"/>
          <a:ea typeface="+mn-ea"/>
          <a:cs typeface="+mn-cs"/>
        </a:defRPr>
      </a:lvl3pPr>
      <a:lvl4pPr marL="856800" indent="-285750" algn="l" defTabSz="914400" rtl="0" eaLnBrk="1" latinLnBrk="0" hangingPunct="1">
        <a:lnSpc>
          <a:spcPct val="110000"/>
        </a:lnSpc>
        <a:spcBef>
          <a:spcPts val="0"/>
        </a:spcBef>
        <a:spcAft>
          <a:spcPts val="600"/>
        </a:spcAft>
        <a:buFont typeface="Arial" panose="020B0604020202020204" pitchFamily="34" charset="0"/>
        <a:buChar char="•"/>
        <a:tabLst/>
        <a:defRPr sz="1600" b="0" i="0" kern="1200">
          <a:solidFill>
            <a:schemeClr val="tx1"/>
          </a:solidFill>
          <a:latin typeface="+mn-lt"/>
          <a:ea typeface="+mn-ea"/>
          <a:cs typeface="+mn-cs"/>
        </a:defRPr>
      </a:lvl4pPr>
      <a:lvl5pPr marL="0" indent="0" algn="l" defTabSz="914400" rtl="0" eaLnBrk="1" latinLnBrk="0" hangingPunct="1">
        <a:lnSpc>
          <a:spcPct val="110000"/>
        </a:lnSpc>
        <a:spcBef>
          <a:spcPts val="600"/>
        </a:spcBef>
        <a:spcAft>
          <a:spcPts val="600"/>
        </a:spcAft>
        <a:buFont typeface="Arial" panose="020B0604020202020204" pitchFamily="34" charset="0"/>
        <a:buNone/>
        <a:tabLst/>
        <a:defRPr sz="800" b="0" i="0" kern="1200">
          <a:solidFill>
            <a:schemeClr val="tx1"/>
          </a:solidFill>
          <a:latin typeface="+mn-lt"/>
          <a:ea typeface="+mn-ea"/>
          <a:cs typeface="+mn-cs"/>
        </a:defRPr>
      </a:lvl5pPr>
      <a:lvl6pPr marL="0" indent="0" algn="l" defTabSz="914400" rtl="0" eaLnBrk="1" latinLnBrk="0" hangingPunct="1">
        <a:lnSpc>
          <a:spcPct val="90000"/>
        </a:lnSpc>
        <a:spcBef>
          <a:spcPts val="600"/>
        </a:spcBef>
        <a:spcAft>
          <a:spcPts val="600"/>
        </a:spcAft>
        <a:buFont typeface="Arial" panose="020B0604020202020204" pitchFamily="34" charset="0"/>
        <a:buNone/>
        <a:defRPr lang="en-GB" sz="1800" b="0" i="0" kern="1200" dirty="0" smtClean="0">
          <a:solidFill>
            <a:schemeClr val="tx1"/>
          </a:solidFill>
          <a:latin typeface="+mn-lt"/>
          <a:ea typeface="+mn-ea"/>
          <a:cs typeface="+mn-cs"/>
        </a:defRPr>
      </a:lvl6pPr>
      <a:lvl7pPr marL="0" indent="0" algn="l" defTabSz="914400" rtl="0" eaLnBrk="1" latinLnBrk="0" hangingPunct="1">
        <a:lnSpc>
          <a:spcPct val="90000"/>
        </a:lnSpc>
        <a:spcBef>
          <a:spcPts val="600"/>
        </a:spcBef>
        <a:spcAft>
          <a:spcPts val="600"/>
        </a:spcAft>
        <a:buFont typeface="Arial" panose="020B0604020202020204" pitchFamily="34" charset="0"/>
        <a:buNone/>
        <a:defRPr lang="en-GB" sz="1800" b="0" i="0" kern="1200" dirty="0" smtClean="0">
          <a:solidFill>
            <a:schemeClr val="tx1"/>
          </a:solidFill>
          <a:latin typeface="+mn-lt"/>
          <a:ea typeface="+mn-ea"/>
          <a:cs typeface="+mn-cs"/>
        </a:defRPr>
      </a:lvl7pPr>
      <a:lvl8pPr marL="0" indent="0" algn="l" defTabSz="914400" rtl="0" eaLnBrk="1" latinLnBrk="0" hangingPunct="1">
        <a:lnSpc>
          <a:spcPct val="90000"/>
        </a:lnSpc>
        <a:spcBef>
          <a:spcPts val="600"/>
        </a:spcBef>
        <a:spcAft>
          <a:spcPts val="600"/>
        </a:spcAft>
        <a:buFont typeface="Arial" panose="020B0604020202020204" pitchFamily="34" charset="0"/>
        <a:buNone/>
        <a:defRPr lang="en-GB" sz="1800" b="0" i="0" kern="1200" dirty="0">
          <a:solidFill>
            <a:schemeClr val="tx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800" b="0" i="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2682240"/>
            <a:ext cx="12192000" cy="4175760"/>
          </a:xfrm>
          <a:prstGeom prst="rect">
            <a:avLst/>
          </a:prstGeom>
          <a:solidFill>
            <a:srgbClr val="212121"/>
          </a:solidFill>
          <a:ln/>
        </p:spPr>
        <p:txBody>
          <a:bodyPr/>
          <a:lstStyle/>
          <a:p>
            <a:endParaRPr lang="en-US"/>
          </a:p>
        </p:txBody>
      </p:sp>
      <p:sp>
        <p:nvSpPr>
          <p:cNvPr id="3" name="Text 1"/>
          <p:cNvSpPr/>
          <p:nvPr/>
        </p:nvSpPr>
        <p:spPr>
          <a:xfrm>
            <a:off x="975360" y="609600"/>
            <a:ext cx="9753600" cy="48768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JANSSEN BUSINESS TECHNOLOGY</a:t>
            </a:r>
            <a:endParaRPr lang="en-US" sz="1300" dirty="0"/>
          </a:p>
        </p:txBody>
      </p:sp>
      <p:sp>
        <p:nvSpPr>
          <p:cNvPr id="4" name="Text 2"/>
          <p:cNvSpPr/>
          <p:nvPr/>
        </p:nvSpPr>
        <p:spPr>
          <a:xfrm>
            <a:off x="975360" y="1158240"/>
            <a:ext cx="9753600" cy="426720"/>
          </a:xfrm>
          <a:prstGeom prst="rect">
            <a:avLst/>
          </a:prstGeom>
          <a:noFill/>
          <a:ln/>
        </p:spPr>
        <p:txBody>
          <a:bodyPr wrap="square" lIns="0" tIns="0" rIns="0" bIns="0" rtlCol="0" anchor="ctr"/>
          <a:lstStyle/>
          <a:p>
            <a:pPr marL="0" indent="0">
              <a:buNone/>
            </a:pPr>
            <a:r>
              <a:rPr lang="en-US" sz="1300" b="1" dirty="0">
                <a:solidFill>
                  <a:srgbClr val="00A0DF"/>
                </a:solidFill>
                <a:latin typeface="Arial" pitchFamily="34" charset="0"/>
                <a:ea typeface="Arial" pitchFamily="34" charset="-122"/>
                <a:cs typeface="Arial" pitchFamily="34" charset="-120"/>
              </a:rPr>
              <a:t>EMEA Business Technology</a:t>
            </a:r>
            <a:endParaRPr lang="en-US" sz="1300" dirty="0"/>
          </a:p>
        </p:txBody>
      </p:sp>
      <p:sp>
        <p:nvSpPr>
          <p:cNvPr id="5" name="Text 3"/>
          <p:cNvSpPr/>
          <p:nvPr/>
        </p:nvSpPr>
        <p:spPr>
          <a:xfrm>
            <a:off x="975360" y="2987040"/>
            <a:ext cx="10241280" cy="1950720"/>
          </a:xfrm>
          <a:prstGeom prst="rect">
            <a:avLst/>
          </a:prstGeom>
          <a:noFill/>
          <a:ln/>
        </p:spPr>
        <p:txBody>
          <a:bodyPr wrap="square" lIns="0" tIns="0" rIns="0" bIns="0" rtlCol="0" anchor="ctr"/>
          <a:lstStyle/>
          <a:p>
            <a:pPr marL="0" indent="0">
              <a:lnSpc>
                <a:spcPct val="115000"/>
              </a:lnSpc>
              <a:buNone/>
            </a:pPr>
            <a:r>
              <a:rPr lang="en-US" sz="3000" b="1" dirty="0">
                <a:solidFill>
                  <a:srgbClr val="FFFFFF"/>
                </a:solidFill>
                <a:latin typeface="Arial" pitchFamily="34" charset="0"/>
                <a:ea typeface="Arial" pitchFamily="34" charset="-122"/>
                <a:cs typeface="Arial" pitchFamily="34" charset="-120"/>
              </a:rPr>
              <a:t>Supply Chain Challenges,</a:t>
            </a:r>
            <a:endParaRPr lang="en-US" sz="3000" dirty="0"/>
          </a:p>
          <a:p>
            <a:pPr marL="0" indent="0">
              <a:lnSpc>
                <a:spcPct val="115000"/>
              </a:lnSpc>
              <a:buNone/>
            </a:pPr>
            <a:r>
              <a:rPr lang="en-US" sz="3000" b="1" dirty="0">
                <a:solidFill>
                  <a:srgbClr val="FFFFFF"/>
                </a:solidFill>
                <a:latin typeface="Arial" pitchFamily="34" charset="0"/>
                <a:ea typeface="Arial" pitchFamily="34" charset="-122"/>
                <a:cs typeface="Arial" pitchFamily="34" charset="-120"/>
              </a:rPr>
              <a:t>Compliance Findings &amp;</a:t>
            </a:r>
            <a:endParaRPr lang="en-US" sz="3000" dirty="0"/>
          </a:p>
          <a:p>
            <a:pPr marL="0" indent="0">
              <a:lnSpc>
                <a:spcPct val="115000"/>
              </a:lnSpc>
              <a:buNone/>
            </a:pPr>
            <a:r>
              <a:rPr lang="en-US" sz="3000" b="1" dirty="0">
                <a:solidFill>
                  <a:srgbClr val="FFFFFF"/>
                </a:solidFill>
                <a:latin typeface="Arial" pitchFamily="34" charset="0"/>
                <a:ea typeface="Arial" pitchFamily="34" charset="-122"/>
                <a:cs typeface="Arial" pitchFamily="34" charset="-120"/>
              </a:rPr>
              <a:t>Recommended Actions</a:t>
            </a:r>
            <a:endParaRPr lang="en-US" sz="3000" dirty="0"/>
          </a:p>
        </p:txBody>
      </p:sp>
      <p:sp>
        <p:nvSpPr>
          <p:cNvPr id="6" name="Text 4"/>
          <p:cNvSpPr/>
          <p:nvPr/>
        </p:nvSpPr>
        <p:spPr>
          <a:xfrm>
            <a:off x="975360" y="5059680"/>
            <a:ext cx="9753600" cy="426720"/>
          </a:xfrm>
          <a:prstGeom prst="rect">
            <a:avLst/>
          </a:prstGeom>
          <a:noFill/>
          <a:ln/>
        </p:spPr>
        <p:txBody>
          <a:bodyPr wrap="square" lIns="0" tIns="0" rIns="0" bIns="0" rtlCol="0" anchor="ctr"/>
          <a:lstStyle/>
          <a:p>
            <a:pPr marL="0" indent="0">
              <a:buNone/>
            </a:pPr>
            <a:r>
              <a:rPr lang="en-US" sz="1300" dirty="0">
                <a:solidFill>
                  <a:srgbClr val="FFBAB4"/>
                </a:solidFill>
                <a:latin typeface="Arial" pitchFamily="34" charset="0"/>
                <a:ea typeface="Arial" pitchFamily="34" charset="-122"/>
                <a:cs typeface="Arial" pitchFamily="34" charset="-120"/>
              </a:rPr>
              <a:t>FDA Compliance Analysis &amp; Operational Review</a:t>
            </a:r>
            <a:endParaRPr lang="en-US" sz="1300" dirty="0"/>
          </a:p>
        </p:txBody>
      </p:sp>
      <p:sp>
        <p:nvSpPr>
          <p:cNvPr id="7" name="Text 5"/>
          <p:cNvSpPr/>
          <p:nvPr/>
        </p:nvSpPr>
        <p:spPr>
          <a:xfrm>
            <a:off x="975360" y="5730240"/>
            <a:ext cx="4876800" cy="42672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2026 MAY</a:t>
            </a:r>
            <a:endParaRPr lang="en-US" sz="1300" dirty="0"/>
          </a:p>
        </p:txBody>
      </p:sp>
      <p:sp>
        <p:nvSpPr>
          <p:cNvPr id="8" name="Text 6"/>
          <p:cNvSpPr/>
          <p:nvPr/>
        </p:nvSpPr>
        <p:spPr>
          <a:xfrm>
            <a:off x="975360" y="6156960"/>
            <a:ext cx="4876800" cy="365760"/>
          </a:xfrm>
          <a:prstGeom prst="rect">
            <a:avLst/>
          </a:prstGeom>
          <a:noFill/>
          <a:ln/>
        </p:spPr>
        <p:txBody>
          <a:bodyPr wrap="square" lIns="0" tIns="0" rIns="0" bIns="0" rtlCol="0" anchor="ctr"/>
          <a:lstStyle/>
          <a:p>
            <a:pPr marL="0" indent="0">
              <a:buNone/>
            </a:pPr>
            <a:r>
              <a:rPr lang="en-US" sz="1100" dirty="0">
                <a:solidFill>
                  <a:srgbClr val="FFBAB4"/>
                </a:solidFill>
                <a:latin typeface="Arial" pitchFamily="34" charset="0"/>
                <a:ea typeface="Arial" pitchFamily="34" charset="-122"/>
                <a:cs typeface="Arial" pitchFamily="34" charset="-120"/>
              </a:rPr>
              <a:t>Version: Final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48768"/>
          </a:xfrm>
          <a:prstGeom prst="rect">
            <a:avLst/>
          </a:prstGeom>
          <a:solidFill>
            <a:srgbClr val="EB1700"/>
          </a:solidFill>
          <a:ln/>
        </p:spPr>
        <p:txBody>
          <a:bodyPr/>
          <a:lstStyle/>
          <a:p>
            <a:endParaRPr lang="en-US"/>
          </a:p>
        </p:txBody>
      </p:sp>
      <p:sp>
        <p:nvSpPr>
          <p:cNvPr id="3" name="Text 1"/>
          <p:cNvSpPr/>
          <p:nvPr/>
        </p:nvSpPr>
        <p:spPr>
          <a:xfrm>
            <a:off x="731520" y="182880"/>
            <a:ext cx="10972800" cy="365760"/>
          </a:xfrm>
          <a:prstGeom prst="rect">
            <a:avLst/>
          </a:prstGeom>
          <a:noFill/>
          <a:ln/>
        </p:spPr>
        <p:txBody>
          <a:bodyPr wrap="square" lIns="0" tIns="0" rIns="0" bIns="0" rtlCol="0" anchor="ctr"/>
          <a:lstStyle/>
          <a:p>
            <a:pPr marL="0" indent="0">
              <a:buNone/>
            </a:pPr>
            <a:r>
              <a:rPr lang="en-US" sz="1100" b="1" dirty="0">
                <a:solidFill>
                  <a:srgbClr val="EB1700"/>
                </a:solidFill>
                <a:latin typeface="Arial" pitchFamily="34" charset="0"/>
                <a:ea typeface="Arial" pitchFamily="34" charset="-122"/>
                <a:cs typeface="Arial" pitchFamily="34" charset="-120"/>
              </a:rPr>
              <a:t>JANSSEN BUSINESS TECHNOLOGY</a:t>
            </a:r>
            <a:endParaRPr lang="en-US" sz="1100" dirty="0"/>
          </a:p>
        </p:txBody>
      </p:sp>
      <p:sp>
        <p:nvSpPr>
          <p:cNvPr id="4" name="Text 2"/>
          <p:cNvSpPr/>
          <p:nvPr/>
        </p:nvSpPr>
        <p:spPr>
          <a:xfrm>
            <a:off x="731520" y="548640"/>
            <a:ext cx="10728960" cy="609600"/>
          </a:xfrm>
          <a:prstGeom prst="rect">
            <a:avLst/>
          </a:prstGeom>
          <a:noFill/>
          <a:ln/>
        </p:spPr>
        <p:txBody>
          <a:bodyPr wrap="square" lIns="0" tIns="0" rIns="0" bIns="0" rtlCol="0" anchor="ctr"/>
          <a:lstStyle/>
          <a:p>
            <a:pPr marL="0" indent="0">
              <a:buNone/>
            </a:pPr>
            <a:r>
              <a:rPr lang="en-US" sz="2200" b="1" dirty="0">
                <a:solidFill>
                  <a:srgbClr val="EB1700"/>
                </a:solidFill>
                <a:latin typeface="Arial" pitchFamily="34" charset="0"/>
                <a:ea typeface="Arial" pitchFamily="34" charset="-122"/>
                <a:cs typeface="Arial" pitchFamily="34" charset="-120"/>
              </a:rPr>
              <a:t>–  </a:t>
            </a:r>
            <a:r>
              <a:rPr lang="en-US" sz="2200" b="1" dirty="0">
                <a:solidFill>
                  <a:srgbClr val="212121"/>
                </a:solidFill>
                <a:latin typeface="Arial" pitchFamily="34" charset="0"/>
                <a:ea typeface="Arial" pitchFamily="34" charset="-122"/>
                <a:cs typeface="Arial" pitchFamily="34" charset="-120"/>
              </a:rPr>
              <a:t>Summary of Key Issues</a:t>
            </a:r>
            <a:endParaRPr lang="en-US" sz="2200" dirty="0"/>
          </a:p>
        </p:txBody>
      </p:sp>
      <p:sp>
        <p:nvSpPr>
          <p:cNvPr id="5" name="Text 3"/>
          <p:cNvSpPr/>
          <p:nvPr/>
        </p:nvSpPr>
        <p:spPr>
          <a:xfrm>
            <a:off x="731520" y="1402080"/>
            <a:ext cx="3169920" cy="426720"/>
          </a:xfrm>
          <a:prstGeom prst="rect">
            <a:avLst/>
          </a:prstGeom>
          <a:noFill/>
          <a:ln/>
        </p:spPr>
        <p:txBody>
          <a:bodyPr wrap="square" lIns="0" tIns="0" rIns="0" bIns="0" rtlCol="0" anchor="ctr"/>
          <a:lstStyle/>
          <a:p>
            <a:pPr marL="0" indent="0">
              <a:buNone/>
            </a:pPr>
            <a:r>
              <a:rPr lang="en-US" sz="1400" b="1" dirty="0">
                <a:solidFill>
                  <a:srgbClr val="EB1700"/>
                </a:solidFill>
                <a:latin typeface="Arial" pitchFamily="34" charset="0"/>
                <a:ea typeface="Arial" pitchFamily="34" charset="-122"/>
                <a:cs typeface="Arial" pitchFamily="34" charset="-120"/>
              </a:rPr>
              <a:t>Scope</a:t>
            </a:r>
            <a:endParaRPr lang="en-US" sz="1400" dirty="0"/>
          </a:p>
        </p:txBody>
      </p:sp>
      <p:sp>
        <p:nvSpPr>
          <p:cNvPr id="6" name="Text 4"/>
          <p:cNvSpPr/>
          <p:nvPr/>
        </p:nvSpPr>
        <p:spPr>
          <a:xfrm>
            <a:off x="731520" y="1889760"/>
            <a:ext cx="3169920" cy="15849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555555"/>
                </a:solidFill>
                <a:latin typeface="Arial" pitchFamily="34" charset="0"/>
                <a:ea typeface="Arial" pitchFamily="34" charset="-122"/>
                <a:cs typeface="Arial" pitchFamily="34" charset="-120"/>
              </a:rPr>
              <a:t>3 components: BIND567, COMP042, COMP043</a:t>
            </a:r>
            <a:endParaRPr lang="en-US" sz="1100" dirty="0"/>
          </a:p>
          <a:p>
            <a:pPr marL="342900" indent="-342900">
              <a:spcAft>
                <a:spcPts val="500"/>
              </a:spcAft>
              <a:buSzPct val="100000"/>
              <a:buChar char="•"/>
            </a:pPr>
            <a:r>
              <a:rPr lang="en-US" sz="1100" dirty="0">
                <a:solidFill>
                  <a:srgbClr val="555555"/>
                </a:solidFill>
                <a:latin typeface="Arial" pitchFamily="34" charset="0"/>
                <a:ea typeface="Arial" pitchFamily="34" charset="-122"/>
                <a:cs typeface="Arial" pitchFamily="34" charset="-120"/>
              </a:rPr>
              <a:t>Cross-functional supply chain review</a:t>
            </a:r>
            <a:endParaRPr lang="en-US" sz="1100" dirty="0"/>
          </a:p>
          <a:p>
            <a:pPr marL="342900" indent="-342900">
              <a:spcAft>
                <a:spcPts val="500"/>
              </a:spcAft>
              <a:buSzPct val="100000"/>
              <a:buChar char="•"/>
            </a:pPr>
            <a:r>
              <a:rPr lang="en-US" sz="1100" dirty="0">
                <a:solidFill>
                  <a:srgbClr val="555555"/>
                </a:solidFill>
                <a:latin typeface="Arial" pitchFamily="34" charset="0"/>
                <a:ea typeface="Arial" pitchFamily="34" charset="-122"/>
                <a:cs typeface="Arial" pitchFamily="34" charset="-120"/>
              </a:rPr>
              <a:t>FDA compliance risk assessment</a:t>
            </a:r>
            <a:endParaRPr lang="en-US" sz="1100" dirty="0"/>
          </a:p>
        </p:txBody>
      </p:sp>
      <p:sp>
        <p:nvSpPr>
          <p:cNvPr id="7" name="Text 5"/>
          <p:cNvSpPr/>
          <p:nvPr/>
        </p:nvSpPr>
        <p:spPr>
          <a:xfrm>
            <a:off x="4389120" y="1402080"/>
            <a:ext cx="3169920" cy="426720"/>
          </a:xfrm>
          <a:prstGeom prst="rect">
            <a:avLst/>
          </a:prstGeom>
          <a:noFill/>
          <a:ln/>
        </p:spPr>
        <p:txBody>
          <a:bodyPr wrap="square" lIns="0" tIns="0" rIns="0" bIns="0" rtlCol="0" anchor="ctr"/>
          <a:lstStyle/>
          <a:p>
            <a:pPr marL="0" indent="0">
              <a:buNone/>
            </a:pPr>
            <a:r>
              <a:rPr lang="en-US" sz="1400" b="1" dirty="0">
                <a:solidFill>
                  <a:srgbClr val="003479"/>
                </a:solidFill>
                <a:latin typeface="Arial" pitchFamily="34" charset="0"/>
                <a:ea typeface="Arial" pitchFamily="34" charset="-122"/>
                <a:cs typeface="Arial" pitchFamily="34" charset="-120"/>
              </a:rPr>
              <a:t>Key Issues</a:t>
            </a:r>
            <a:endParaRPr lang="en-US" sz="1400" dirty="0"/>
          </a:p>
        </p:txBody>
      </p:sp>
      <p:sp>
        <p:nvSpPr>
          <p:cNvPr id="8" name="Text 6"/>
          <p:cNvSpPr/>
          <p:nvPr/>
        </p:nvSpPr>
        <p:spPr>
          <a:xfrm>
            <a:off x="4389120" y="1889760"/>
            <a:ext cx="3169920" cy="15849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555555"/>
                </a:solidFill>
                <a:latin typeface="Arial" pitchFamily="34" charset="0"/>
                <a:ea typeface="Arial" pitchFamily="34" charset="-122"/>
                <a:cs typeface="Arial" pitchFamily="34" charset="-120"/>
              </a:rPr>
              <a:t>All components at Medium risk level</a:t>
            </a:r>
            <a:endParaRPr lang="en-US" sz="1100" dirty="0"/>
          </a:p>
          <a:p>
            <a:pPr marL="342900" indent="-342900">
              <a:spcAft>
                <a:spcPts val="500"/>
              </a:spcAft>
              <a:buSzPct val="100000"/>
              <a:buChar char="•"/>
            </a:pPr>
            <a:r>
              <a:rPr lang="en-US" sz="1100" dirty="0">
                <a:solidFill>
                  <a:srgbClr val="555555"/>
                </a:solidFill>
                <a:latin typeface="Arial" pitchFamily="34" charset="0"/>
                <a:ea typeface="Arial" pitchFamily="34" charset="-122"/>
                <a:cs typeface="Arial" pitchFamily="34" charset="-120"/>
              </a:rPr>
              <a:t>Lead time variance up to 26 days</a:t>
            </a:r>
            <a:endParaRPr lang="en-US" sz="1100" dirty="0"/>
          </a:p>
          <a:p>
            <a:pPr marL="342900" indent="-342900">
              <a:spcAft>
                <a:spcPts val="500"/>
              </a:spcAft>
              <a:buSzPct val="100000"/>
              <a:buChar char="•"/>
            </a:pPr>
            <a:r>
              <a:rPr lang="en-US" sz="1100" dirty="0">
                <a:solidFill>
                  <a:srgbClr val="555555"/>
                </a:solidFill>
                <a:latin typeface="Arial" pitchFamily="34" charset="0"/>
                <a:ea typeface="Arial" pitchFamily="34" charset="-122"/>
                <a:cs typeface="Arial" pitchFamily="34" charset="-120"/>
              </a:rPr>
              <a:t>Defect rate concerns for COMP043</a:t>
            </a:r>
            <a:endParaRPr lang="en-US" sz="1100" dirty="0"/>
          </a:p>
        </p:txBody>
      </p:sp>
      <p:sp>
        <p:nvSpPr>
          <p:cNvPr id="9" name="Text 7"/>
          <p:cNvSpPr/>
          <p:nvPr/>
        </p:nvSpPr>
        <p:spPr>
          <a:xfrm>
            <a:off x="8046720" y="1402080"/>
            <a:ext cx="3169920" cy="426720"/>
          </a:xfrm>
          <a:prstGeom prst="rect">
            <a:avLst/>
          </a:prstGeom>
          <a:noFill/>
          <a:ln/>
        </p:spPr>
        <p:txBody>
          <a:bodyPr wrap="square" lIns="0" tIns="0" rIns="0" bIns="0" rtlCol="0" anchor="ctr"/>
          <a:lstStyle/>
          <a:p>
            <a:pPr marL="0" indent="0">
              <a:buNone/>
            </a:pPr>
            <a:r>
              <a:rPr lang="en-US" sz="1400" b="1" dirty="0">
                <a:solidFill>
                  <a:srgbClr val="00A0DF"/>
                </a:solidFill>
                <a:latin typeface="Arial" pitchFamily="34" charset="0"/>
                <a:ea typeface="Arial" pitchFamily="34" charset="-122"/>
                <a:cs typeface="Arial" pitchFamily="34" charset="-120"/>
              </a:rPr>
              <a:t>Objective</a:t>
            </a:r>
            <a:endParaRPr lang="en-US" sz="1400" dirty="0"/>
          </a:p>
        </p:txBody>
      </p:sp>
      <p:sp>
        <p:nvSpPr>
          <p:cNvPr id="10" name="Text 8"/>
          <p:cNvSpPr/>
          <p:nvPr/>
        </p:nvSpPr>
        <p:spPr>
          <a:xfrm>
            <a:off x="8046720" y="1889760"/>
            <a:ext cx="3169920" cy="15849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555555"/>
                </a:solidFill>
                <a:latin typeface="Arial" pitchFamily="34" charset="0"/>
                <a:ea typeface="Arial" pitchFamily="34" charset="-122"/>
                <a:cs typeface="Arial" pitchFamily="34" charset="-120"/>
              </a:rPr>
              <a:t>Reduce operational &amp; compliance exposure</a:t>
            </a:r>
            <a:endParaRPr lang="en-US" sz="1100" dirty="0"/>
          </a:p>
          <a:p>
            <a:pPr marL="342900" indent="-342900">
              <a:spcAft>
                <a:spcPts val="500"/>
              </a:spcAft>
              <a:buSzPct val="100000"/>
              <a:buChar char="•"/>
            </a:pPr>
            <a:r>
              <a:rPr lang="en-US" sz="1100" dirty="0">
                <a:solidFill>
                  <a:srgbClr val="555555"/>
                </a:solidFill>
                <a:latin typeface="Arial" pitchFamily="34" charset="0"/>
                <a:ea typeface="Arial" pitchFamily="34" charset="-122"/>
                <a:cs typeface="Arial" pitchFamily="34" charset="-120"/>
              </a:rPr>
              <a:t>Strengthen supplier governance</a:t>
            </a:r>
            <a:endParaRPr lang="en-US" sz="1100" dirty="0"/>
          </a:p>
          <a:p>
            <a:pPr marL="342900" indent="-342900">
              <a:spcAft>
                <a:spcPts val="500"/>
              </a:spcAft>
              <a:buSzPct val="100000"/>
              <a:buChar char="•"/>
            </a:pPr>
            <a:r>
              <a:rPr lang="en-US" sz="1100" dirty="0">
                <a:solidFill>
                  <a:srgbClr val="555555"/>
                </a:solidFill>
                <a:latin typeface="Arial" pitchFamily="34" charset="0"/>
                <a:ea typeface="Arial" pitchFamily="34" charset="-122"/>
                <a:cs typeface="Arial" pitchFamily="34" charset="-120"/>
              </a:rPr>
              <a:t>Implement preventive controls</a:t>
            </a:r>
            <a:endParaRPr lang="en-US" sz="1100" dirty="0"/>
          </a:p>
        </p:txBody>
      </p:sp>
      <p:sp>
        <p:nvSpPr>
          <p:cNvPr id="11" name="Shape 9"/>
          <p:cNvSpPr/>
          <p:nvPr/>
        </p:nvSpPr>
        <p:spPr>
          <a:xfrm>
            <a:off x="731520" y="3596640"/>
            <a:ext cx="10728960" cy="24384"/>
          </a:xfrm>
          <a:prstGeom prst="rect">
            <a:avLst/>
          </a:prstGeom>
          <a:solidFill>
            <a:srgbClr val="E0E0E0"/>
          </a:solidFill>
          <a:ln/>
        </p:spPr>
        <p:txBody>
          <a:bodyPr/>
          <a:lstStyle/>
          <a:p>
            <a:endParaRPr lang="en-US"/>
          </a:p>
        </p:txBody>
      </p:sp>
      <p:sp>
        <p:nvSpPr>
          <p:cNvPr id="12" name="Text 10"/>
          <p:cNvSpPr/>
          <p:nvPr/>
        </p:nvSpPr>
        <p:spPr>
          <a:xfrm>
            <a:off x="731520" y="3840480"/>
            <a:ext cx="3169920" cy="365760"/>
          </a:xfrm>
          <a:prstGeom prst="rect">
            <a:avLst/>
          </a:prstGeom>
          <a:noFill/>
          <a:ln/>
        </p:spPr>
        <p:txBody>
          <a:bodyPr wrap="square" lIns="0" tIns="0" rIns="0" bIns="0" rtlCol="0" anchor="ctr"/>
          <a:lstStyle/>
          <a:p>
            <a:pPr marL="0" indent="0">
              <a:buNone/>
            </a:pPr>
            <a:r>
              <a:rPr lang="en-US" sz="1300" b="1" dirty="0">
                <a:solidFill>
                  <a:srgbClr val="EB1700"/>
                </a:solidFill>
                <a:latin typeface="Arial" pitchFamily="34" charset="0"/>
                <a:ea typeface="Arial" pitchFamily="34" charset="-122"/>
                <a:cs typeface="Arial" pitchFamily="34" charset="-120"/>
              </a:rPr>
              <a:t>BIND567</a:t>
            </a:r>
            <a:endParaRPr lang="en-US" sz="1300" dirty="0"/>
          </a:p>
        </p:txBody>
      </p:sp>
      <p:sp>
        <p:nvSpPr>
          <p:cNvPr id="13" name="Text 11"/>
          <p:cNvSpPr/>
          <p:nvPr/>
        </p:nvSpPr>
        <p:spPr>
          <a:xfrm>
            <a:off x="731520" y="4206240"/>
            <a:ext cx="3169920" cy="304800"/>
          </a:xfrm>
          <a:prstGeom prst="rect">
            <a:avLst/>
          </a:prstGeom>
          <a:noFill/>
          <a:ln/>
        </p:spPr>
        <p:txBody>
          <a:bodyPr wrap="square" lIns="0" tIns="0" rIns="0" bIns="0" rtlCol="0" anchor="ctr"/>
          <a:lstStyle/>
          <a:p>
            <a:pPr marL="0" indent="0">
              <a:buNone/>
            </a:pPr>
            <a:r>
              <a:rPr lang="en-US" sz="1000" dirty="0">
                <a:solidFill>
                  <a:srgbClr val="555555"/>
                </a:solidFill>
                <a:latin typeface="Arial" pitchFamily="34" charset="0"/>
                <a:ea typeface="Arial" pitchFamily="34" charset="-122"/>
                <a:cs typeface="Arial" pitchFamily="34" charset="-120"/>
              </a:rPr>
              <a:t>EcoSupply  ·  64 days</a:t>
            </a:r>
            <a:endParaRPr lang="en-US" sz="1000" dirty="0"/>
          </a:p>
        </p:txBody>
      </p:sp>
      <p:sp>
        <p:nvSpPr>
          <p:cNvPr id="14" name="Text 12"/>
          <p:cNvSpPr/>
          <p:nvPr/>
        </p:nvSpPr>
        <p:spPr>
          <a:xfrm>
            <a:off x="731520" y="4572000"/>
            <a:ext cx="3169920" cy="1341120"/>
          </a:xfrm>
          <a:prstGeom prst="rect">
            <a:avLst/>
          </a:prstGeom>
          <a:noFill/>
          <a:ln/>
        </p:spPr>
        <p:txBody>
          <a:bodyPr wrap="square" lIns="0" tIns="0" rIns="0" bIns="0" rtlCol="0" anchor="t"/>
          <a:lstStyle/>
          <a:p>
            <a:pPr marL="0" indent="0">
              <a:buNone/>
            </a:pPr>
            <a:r>
              <a:rPr lang="en-US" sz="1000" dirty="0">
                <a:solidFill>
                  <a:srgbClr val="444444"/>
                </a:solidFill>
                <a:latin typeface="Arial" pitchFamily="34" charset="0"/>
                <a:ea typeface="Arial" pitchFamily="34" charset="-122"/>
                <a:cs typeface="Arial" pitchFamily="34" charset="-120"/>
              </a:rPr>
              <a:t>High lead time variance (26 days) despite strong supplier reliability. Long replenishment cycles reduce contingency flexibility.</a:t>
            </a:r>
            <a:endParaRPr lang="en-US" sz="1000" dirty="0"/>
          </a:p>
        </p:txBody>
      </p:sp>
      <p:sp>
        <p:nvSpPr>
          <p:cNvPr id="15" name="Text 13"/>
          <p:cNvSpPr/>
          <p:nvPr/>
        </p:nvSpPr>
        <p:spPr>
          <a:xfrm>
            <a:off x="4389120" y="3840480"/>
            <a:ext cx="3169920" cy="365760"/>
          </a:xfrm>
          <a:prstGeom prst="rect">
            <a:avLst/>
          </a:prstGeom>
          <a:noFill/>
          <a:ln/>
        </p:spPr>
        <p:txBody>
          <a:bodyPr wrap="square" lIns="0" tIns="0" rIns="0" bIns="0" rtlCol="0" anchor="ctr"/>
          <a:lstStyle/>
          <a:p>
            <a:pPr marL="0" indent="0">
              <a:buNone/>
            </a:pPr>
            <a:r>
              <a:rPr lang="en-US" sz="1300" b="1" dirty="0">
                <a:solidFill>
                  <a:srgbClr val="EB1700"/>
                </a:solidFill>
                <a:latin typeface="Arial" pitchFamily="34" charset="0"/>
                <a:ea typeface="Arial" pitchFamily="34" charset="-122"/>
                <a:cs typeface="Arial" pitchFamily="34" charset="-120"/>
              </a:rPr>
              <a:t>COMP042</a:t>
            </a:r>
            <a:endParaRPr lang="en-US" sz="1300" dirty="0"/>
          </a:p>
        </p:txBody>
      </p:sp>
      <p:sp>
        <p:nvSpPr>
          <p:cNvPr id="16" name="Text 14"/>
          <p:cNvSpPr/>
          <p:nvPr/>
        </p:nvSpPr>
        <p:spPr>
          <a:xfrm>
            <a:off x="4389120" y="4206240"/>
            <a:ext cx="3169920" cy="304800"/>
          </a:xfrm>
          <a:prstGeom prst="rect">
            <a:avLst/>
          </a:prstGeom>
          <a:noFill/>
          <a:ln/>
        </p:spPr>
        <p:txBody>
          <a:bodyPr wrap="square" lIns="0" tIns="0" rIns="0" bIns="0" rtlCol="0" anchor="ctr"/>
          <a:lstStyle/>
          <a:p>
            <a:pPr marL="0" indent="0">
              <a:buNone/>
            </a:pPr>
            <a:r>
              <a:rPr lang="en-US" sz="1000" dirty="0">
                <a:solidFill>
                  <a:srgbClr val="555555"/>
                </a:solidFill>
                <a:latin typeface="Arial" pitchFamily="34" charset="0"/>
                <a:ea typeface="Arial" pitchFamily="34" charset="-122"/>
                <a:cs typeface="Arial" pitchFamily="34" charset="-120"/>
              </a:rPr>
              <a:t>PrimeLogistics  ·  13 days</a:t>
            </a:r>
            <a:endParaRPr lang="en-US" sz="1000" dirty="0"/>
          </a:p>
        </p:txBody>
      </p:sp>
      <p:sp>
        <p:nvSpPr>
          <p:cNvPr id="17" name="Text 15"/>
          <p:cNvSpPr/>
          <p:nvPr/>
        </p:nvSpPr>
        <p:spPr>
          <a:xfrm>
            <a:off x="4389120" y="4572000"/>
            <a:ext cx="3169920" cy="1341120"/>
          </a:xfrm>
          <a:prstGeom prst="rect">
            <a:avLst/>
          </a:prstGeom>
          <a:noFill/>
          <a:ln/>
        </p:spPr>
        <p:txBody>
          <a:bodyPr wrap="square" lIns="0" tIns="0" rIns="0" bIns="0" rtlCol="0" anchor="t"/>
          <a:lstStyle/>
          <a:p>
            <a:pPr marL="0" indent="0">
              <a:buNone/>
            </a:pPr>
            <a:r>
              <a:rPr lang="en-US" sz="1000" dirty="0">
                <a:solidFill>
                  <a:srgbClr val="444444"/>
                </a:solidFill>
                <a:latin typeface="Arial" pitchFamily="34" charset="0"/>
                <a:ea typeface="Arial" pitchFamily="34" charset="-122"/>
                <a:cs typeface="Arial" pitchFamily="34" charset="-120"/>
              </a:rPr>
              <a:t>Lower supplier reliability with lead time variance, risking cost escalation through expedited shipping.</a:t>
            </a:r>
            <a:endParaRPr lang="en-US" sz="1000" dirty="0"/>
          </a:p>
        </p:txBody>
      </p:sp>
      <p:sp>
        <p:nvSpPr>
          <p:cNvPr id="18" name="Text 16"/>
          <p:cNvSpPr/>
          <p:nvPr/>
        </p:nvSpPr>
        <p:spPr>
          <a:xfrm>
            <a:off x="8046720" y="3840480"/>
            <a:ext cx="3169920" cy="365760"/>
          </a:xfrm>
          <a:prstGeom prst="rect">
            <a:avLst/>
          </a:prstGeom>
          <a:noFill/>
          <a:ln/>
        </p:spPr>
        <p:txBody>
          <a:bodyPr wrap="square" lIns="0" tIns="0" rIns="0" bIns="0" rtlCol="0" anchor="ctr"/>
          <a:lstStyle/>
          <a:p>
            <a:pPr marL="0" indent="0">
              <a:buNone/>
            </a:pPr>
            <a:r>
              <a:rPr lang="en-US" sz="1300" b="1" dirty="0">
                <a:solidFill>
                  <a:srgbClr val="EB1700"/>
                </a:solidFill>
                <a:latin typeface="Arial" pitchFamily="34" charset="0"/>
                <a:ea typeface="Arial" pitchFamily="34" charset="-122"/>
                <a:cs typeface="Arial" pitchFamily="34" charset="-120"/>
              </a:rPr>
              <a:t>COMP043</a:t>
            </a:r>
            <a:endParaRPr lang="en-US" sz="1300" dirty="0"/>
          </a:p>
        </p:txBody>
      </p:sp>
      <p:sp>
        <p:nvSpPr>
          <p:cNvPr id="19" name="Text 17"/>
          <p:cNvSpPr/>
          <p:nvPr/>
        </p:nvSpPr>
        <p:spPr>
          <a:xfrm>
            <a:off x="8046720" y="4206240"/>
            <a:ext cx="3169920" cy="304800"/>
          </a:xfrm>
          <a:prstGeom prst="rect">
            <a:avLst/>
          </a:prstGeom>
          <a:noFill/>
          <a:ln/>
        </p:spPr>
        <p:txBody>
          <a:bodyPr wrap="square" lIns="0" tIns="0" rIns="0" bIns="0" rtlCol="0" anchor="ctr"/>
          <a:lstStyle/>
          <a:p>
            <a:pPr marL="0" indent="0">
              <a:buNone/>
            </a:pPr>
            <a:r>
              <a:rPr lang="en-US" sz="1000" dirty="0">
                <a:solidFill>
                  <a:srgbClr val="555555"/>
                </a:solidFill>
                <a:latin typeface="Arial" pitchFamily="34" charset="0"/>
                <a:ea typeface="Arial" pitchFamily="34" charset="-122"/>
                <a:cs typeface="Arial" pitchFamily="34" charset="-120"/>
              </a:rPr>
              <a:t>NextGen Pharma  ·  8 days</a:t>
            </a:r>
            <a:endParaRPr lang="en-US" sz="1000" dirty="0"/>
          </a:p>
        </p:txBody>
      </p:sp>
      <p:sp>
        <p:nvSpPr>
          <p:cNvPr id="20" name="Text 18"/>
          <p:cNvSpPr/>
          <p:nvPr/>
        </p:nvSpPr>
        <p:spPr>
          <a:xfrm>
            <a:off x="8046720" y="4572000"/>
            <a:ext cx="3169920" cy="1341120"/>
          </a:xfrm>
          <a:prstGeom prst="rect">
            <a:avLst/>
          </a:prstGeom>
          <a:noFill/>
          <a:ln/>
        </p:spPr>
        <p:txBody>
          <a:bodyPr wrap="square" lIns="0" tIns="0" rIns="0" bIns="0" rtlCol="0" anchor="t"/>
          <a:lstStyle/>
          <a:p>
            <a:pPr marL="0" indent="0">
              <a:buNone/>
            </a:pPr>
            <a:r>
              <a:rPr lang="en-US" sz="1000" dirty="0">
                <a:solidFill>
                  <a:srgbClr val="444444"/>
                </a:solidFill>
                <a:latin typeface="Arial" pitchFamily="34" charset="0"/>
                <a:ea typeface="Arial" pitchFamily="34" charset="-122"/>
                <a:cs typeface="Arial" pitchFamily="34" charset="-120"/>
              </a:rPr>
              <a:t>Relatively high defect rate with weaker forecast accuracy. Risk of inventory imbalance and compliance pressure.</a:t>
            </a:r>
            <a:endParaRPr lang="en-US" sz="1000" dirty="0"/>
          </a:p>
        </p:txBody>
      </p:sp>
      <p:sp>
        <p:nvSpPr>
          <p:cNvPr id="21" name="Text 19"/>
          <p:cNvSpPr/>
          <p:nvPr/>
        </p:nvSpPr>
        <p:spPr>
          <a:xfrm>
            <a:off x="731520" y="6156960"/>
            <a:ext cx="10728960" cy="426720"/>
          </a:xfrm>
          <a:prstGeom prst="rect">
            <a:avLst/>
          </a:prstGeom>
          <a:noFill/>
          <a:ln/>
        </p:spPr>
        <p:txBody>
          <a:bodyPr wrap="square" lIns="0" tIns="0" rIns="0" bIns="0" rtlCol="0" anchor="ctr"/>
          <a:lstStyle/>
          <a:p>
            <a:pPr marL="0" indent="0">
              <a:buNone/>
            </a:pPr>
            <a:r>
              <a:rPr lang="en-US" sz="1000" b="1" dirty="0">
                <a:solidFill>
                  <a:srgbClr val="EB1700"/>
                </a:solidFill>
                <a:latin typeface="Arial" pitchFamily="34" charset="0"/>
                <a:ea typeface="Arial" pitchFamily="34" charset="-122"/>
                <a:cs typeface="Arial" pitchFamily="34" charset="-120"/>
              </a:rPr>
              <a:t>FDA Compliance: </a:t>
            </a:r>
            <a:r>
              <a:rPr lang="en-US" sz="1000" dirty="0">
                <a:solidFill>
                  <a:srgbClr val="555555"/>
                </a:solidFill>
                <a:latin typeface="Arial" pitchFamily="34" charset="0"/>
                <a:ea typeface="Arial" pitchFamily="34" charset="-122"/>
                <a:cs typeface="Arial" pitchFamily="34" charset="-120"/>
              </a:rPr>
              <a:t>All components flagged for compliance monitoring. Late deliveries and supplier changes require documented review.</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48768"/>
          </a:xfrm>
          <a:prstGeom prst="rect">
            <a:avLst/>
          </a:prstGeom>
          <a:solidFill>
            <a:srgbClr val="EB1700"/>
          </a:solidFill>
          <a:ln/>
        </p:spPr>
        <p:txBody>
          <a:bodyPr/>
          <a:lstStyle/>
          <a:p>
            <a:endParaRPr lang="en-US"/>
          </a:p>
        </p:txBody>
      </p:sp>
      <p:sp>
        <p:nvSpPr>
          <p:cNvPr id="3" name="Text 1"/>
          <p:cNvSpPr/>
          <p:nvPr/>
        </p:nvSpPr>
        <p:spPr>
          <a:xfrm>
            <a:off x="731520" y="182880"/>
            <a:ext cx="10972800" cy="365760"/>
          </a:xfrm>
          <a:prstGeom prst="rect">
            <a:avLst/>
          </a:prstGeom>
          <a:noFill/>
          <a:ln/>
        </p:spPr>
        <p:txBody>
          <a:bodyPr wrap="square" lIns="0" tIns="0" rIns="0" bIns="0" rtlCol="0" anchor="ctr"/>
          <a:lstStyle/>
          <a:p>
            <a:pPr marL="0" indent="0">
              <a:buNone/>
            </a:pPr>
            <a:r>
              <a:rPr lang="en-US" sz="1100" b="1" dirty="0">
                <a:solidFill>
                  <a:srgbClr val="EB1700"/>
                </a:solidFill>
                <a:latin typeface="Arial" pitchFamily="34" charset="0"/>
                <a:ea typeface="Arial" pitchFamily="34" charset="-122"/>
                <a:cs typeface="Arial" pitchFamily="34" charset="-120"/>
              </a:rPr>
              <a:t>JANSSEN BUSINESS TECHNOLOGY</a:t>
            </a:r>
            <a:endParaRPr lang="en-US" sz="1100" dirty="0"/>
          </a:p>
        </p:txBody>
      </p:sp>
      <p:sp>
        <p:nvSpPr>
          <p:cNvPr id="4" name="Text 2"/>
          <p:cNvSpPr/>
          <p:nvPr/>
        </p:nvSpPr>
        <p:spPr>
          <a:xfrm>
            <a:off x="731520" y="548640"/>
            <a:ext cx="10728960" cy="609600"/>
          </a:xfrm>
          <a:prstGeom prst="rect">
            <a:avLst/>
          </a:prstGeom>
          <a:noFill/>
          <a:ln/>
        </p:spPr>
        <p:txBody>
          <a:bodyPr wrap="square" lIns="0" tIns="0" rIns="0" bIns="0" rtlCol="0" anchor="ctr"/>
          <a:lstStyle/>
          <a:p>
            <a:pPr marL="0" indent="0">
              <a:buNone/>
            </a:pPr>
            <a:r>
              <a:rPr lang="en-US" sz="2200" b="1" dirty="0">
                <a:solidFill>
                  <a:srgbClr val="EB1700"/>
                </a:solidFill>
                <a:latin typeface="Arial" pitchFamily="34" charset="0"/>
                <a:ea typeface="Arial" pitchFamily="34" charset="-122"/>
                <a:cs typeface="Arial" pitchFamily="34" charset="-120"/>
              </a:rPr>
              <a:t>–  </a:t>
            </a:r>
            <a:r>
              <a:rPr lang="en-US" sz="2200" b="1" dirty="0">
                <a:solidFill>
                  <a:srgbClr val="212121"/>
                </a:solidFill>
                <a:latin typeface="Arial" pitchFamily="34" charset="0"/>
                <a:ea typeface="Arial" pitchFamily="34" charset="-122"/>
                <a:cs typeface="Arial" pitchFamily="34" charset="-120"/>
              </a:rPr>
              <a:t>Data Insights from Excel Analysis</a:t>
            </a:r>
            <a:endParaRPr lang="en-US" sz="2200" dirty="0"/>
          </a:p>
        </p:txBody>
      </p:sp>
      <p:sp>
        <p:nvSpPr>
          <p:cNvPr id="5" name="Text 3"/>
          <p:cNvSpPr/>
          <p:nvPr/>
        </p:nvSpPr>
        <p:spPr>
          <a:xfrm>
            <a:off x="731520" y="1402080"/>
            <a:ext cx="2438400" cy="670560"/>
          </a:xfrm>
          <a:prstGeom prst="rect">
            <a:avLst/>
          </a:prstGeom>
          <a:noFill/>
          <a:ln/>
        </p:spPr>
        <p:txBody>
          <a:bodyPr wrap="square" lIns="0" tIns="0" rIns="0" bIns="0" rtlCol="0" anchor="ctr"/>
          <a:lstStyle/>
          <a:p>
            <a:pPr marL="0" indent="0" algn="ctr">
              <a:buNone/>
            </a:pPr>
            <a:r>
              <a:rPr lang="en-US" sz="3000" b="1" dirty="0">
                <a:solidFill>
                  <a:srgbClr val="EB1700"/>
                </a:solidFill>
                <a:latin typeface="Arial" pitchFamily="34" charset="0"/>
                <a:ea typeface="Arial" pitchFamily="34" charset="-122"/>
                <a:cs typeface="Arial" pitchFamily="34" charset="-120"/>
              </a:rPr>
              <a:t>95%</a:t>
            </a:r>
            <a:endParaRPr lang="en-US" sz="3000" dirty="0"/>
          </a:p>
        </p:txBody>
      </p:sp>
      <p:sp>
        <p:nvSpPr>
          <p:cNvPr id="6" name="Text 4"/>
          <p:cNvSpPr/>
          <p:nvPr/>
        </p:nvSpPr>
        <p:spPr>
          <a:xfrm>
            <a:off x="731520" y="2072640"/>
            <a:ext cx="2438400" cy="268224"/>
          </a:xfrm>
          <a:prstGeom prst="rect">
            <a:avLst/>
          </a:prstGeom>
          <a:noFill/>
          <a:ln/>
        </p:spPr>
        <p:txBody>
          <a:bodyPr wrap="square" lIns="0" tIns="0" rIns="0" bIns="0" rtlCol="0" anchor="ctr"/>
          <a:lstStyle/>
          <a:p>
            <a:pPr marL="0" indent="0" algn="ctr">
              <a:buNone/>
            </a:pPr>
            <a:r>
              <a:rPr lang="en-US" sz="1000" dirty="0">
                <a:solidFill>
                  <a:srgbClr val="555555"/>
                </a:solidFill>
                <a:latin typeface="Arial" pitchFamily="34" charset="0"/>
                <a:ea typeface="Arial" pitchFamily="34" charset="-122"/>
                <a:cs typeface="Arial" pitchFamily="34" charset="-120"/>
              </a:rPr>
              <a:t>On-Time Delivery</a:t>
            </a:r>
            <a:endParaRPr lang="en-US" sz="1000" dirty="0"/>
          </a:p>
        </p:txBody>
      </p:sp>
      <p:sp>
        <p:nvSpPr>
          <p:cNvPr id="7" name="Text 5"/>
          <p:cNvSpPr/>
          <p:nvPr/>
        </p:nvSpPr>
        <p:spPr>
          <a:xfrm>
            <a:off x="731520" y="2340864"/>
            <a:ext cx="2438400" cy="268224"/>
          </a:xfrm>
          <a:prstGeom prst="rect">
            <a:avLst/>
          </a:prstGeom>
          <a:noFill/>
          <a:ln/>
        </p:spPr>
        <p:txBody>
          <a:bodyPr wrap="square" lIns="0" tIns="0" rIns="0" bIns="0" rtlCol="0" anchor="ctr"/>
          <a:lstStyle/>
          <a:p>
            <a:pPr marL="0" indent="0" algn="ctr">
              <a:buNone/>
            </a:pPr>
            <a:r>
              <a:rPr lang="en-US" sz="1000" dirty="0">
                <a:solidFill>
                  <a:srgbClr val="555555"/>
                </a:solidFill>
                <a:latin typeface="Arial" pitchFamily="34" charset="0"/>
                <a:ea typeface="Arial" pitchFamily="34" charset="-122"/>
                <a:cs typeface="Arial" pitchFamily="34" charset="-120"/>
              </a:rPr>
              <a:t>Target</a:t>
            </a:r>
            <a:endParaRPr lang="en-US" sz="1000" dirty="0"/>
          </a:p>
        </p:txBody>
      </p:sp>
      <p:sp>
        <p:nvSpPr>
          <p:cNvPr id="8" name="Text 6"/>
          <p:cNvSpPr/>
          <p:nvPr/>
        </p:nvSpPr>
        <p:spPr>
          <a:xfrm>
            <a:off x="3499104" y="1402080"/>
            <a:ext cx="2438400" cy="670560"/>
          </a:xfrm>
          <a:prstGeom prst="rect">
            <a:avLst/>
          </a:prstGeom>
          <a:noFill/>
          <a:ln/>
        </p:spPr>
        <p:txBody>
          <a:bodyPr wrap="square" lIns="0" tIns="0" rIns="0" bIns="0" rtlCol="0" anchor="ctr"/>
          <a:lstStyle/>
          <a:p>
            <a:pPr marL="0" indent="0" algn="ctr">
              <a:buNone/>
            </a:pPr>
            <a:r>
              <a:rPr lang="en-US" sz="3000" b="1" dirty="0">
                <a:solidFill>
                  <a:srgbClr val="003479"/>
                </a:solidFill>
                <a:latin typeface="Arial" pitchFamily="34" charset="0"/>
                <a:ea typeface="Arial" pitchFamily="34" charset="-122"/>
                <a:cs typeface="Arial" pitchFamily="34" charset="-120"/>
              </a:rPr>
              <a:t>&lt;2%</a:t>
            </a:r>
            <a:endParaRPr lang="en-US" sz="3000" dirty="0"/>
          </a:p>
        </p:txBody>
      </p:sp>
      <p:sp>
        <p:nvSpPr>
          <p:cNvPr id="9" name="Text 7"/>
          <p:cNvSpPr/>
          <p:nvPr/>
        </p:nvSpPr>
        <p:spPr>
          <a:xfrm>
            <a:off x="3499104" y="2072640"/>
            <a:ext cx="2438400" cy="268224"/>
          </a:xfrm>
          <a:prstGeom prst="rect">
            <a:avLst/>
          </a:prstGeom>
          <a:noFill/>
          <a:ln/>
        </p:spPr>
        <p:txBody>
          <a:bodyPr wrap="square" lIns="0" tIns="0" rIns="0" bIns="0" rtlCol="0" anchor="ctr"/>
          <a:lstStyle/>
          <a:p>
            <a:pPr marL="0" indent="0" algn="ctr">
              <a:buNone/>
            </a:pPr>
            <a:r>
              <a:rPr lang="en-US" sz="1000" dirty="0">
                <a:solidFill>
                  <a:srgbClr val="555555"/>
                </a:solidFill>
                <a:latin typeface="Arial" pitchFamily="34" charset="0"/>
                <a:ea typeface="Arial" pitchFamily="34" charset="-122"/>
                <a:cs typeface="Arial" pitchFamily="34" charset="-120"/>
              </a:rPr>
              <a:t>Defect Rate</a:t>
            </a:r>
            <a:endParaRPr lang="en-US" sz="1000" dirty="0"/>
          </a:p>
        </p:txBody>
      </p:sp>
      <p:sp>
        <p:nvSpPr>
          <p:cNvPr id="10" name="Text 8"/>
          <p:cNvSpPr/>
          <p:nvPr/>
        </p:nvSpPr>
        <p:spPr>
          <a:xfrm>
            <a:off x="3499104" y="2340864"/>
            <a:ext cx="2438400" cy="268224"/>
          </a:xfrm>
          <a:prstGeom prst="rect">
            <a:avLst/>
          </a:prstGeom>
          <a:noFill/>
          <a:ln/>
        </p:spPr>
        <p:txBody>
          <a:bodyPr wrap="square" lIns="0" tIns="0" rIns="0" bIns="0" rtlCol="0" anchor="ctr"/>
          <a:lstStyle/>
          <a:p>
            <a:pPr marL="0" indent="0" algn="ctr">
              <a:buNone/>
            </a:pPr>
            <a:r>
              <a:rPr lang="en-US" sz="1000" dirty="0">
                <a:solidFill>
                  <a:srgbClr val="555555"/>
                </a:solidFill>
                <a:latin typeface="Arial" pitchFamily="34" charset="0"/>
                <a:ea typeface="Arial" pitchFamily="34" charset="-122"/>
                <a:cs typeface="Arial" pitchFamily="34" charset="-120"/>
              </a:rPr>
              <a:t>Threshold</a:t>
            </a:r>
            <a:endParaRPr lang="en-US" sz="1000" dirty="0"/>
          </a:p>
        </p:txBody>
      </p:sp>
      <p:sp>
        <p:nvSpPr>
          <p:cNvPr id="11" name="Text 9"/>
          <p:cNvSpPr/>
          <p:nvPr/>
        </p:nvSpPr>
        <p:spPr>
          <a:xfrm>
            <a:off x="6266688" y="1402080"/>
            <a:ext cx="2438400" cy="670560"/>
          </a:xfrm>
          <a:prstGeom prst="rect">
            <a:avLst/>
          </a:prstGeom>
          <a:noFill/>
          <a:ln/>
        </p:spPr>
        <p:txBody>
          <a:bodyPr wrap="square" lIns="0" tIns="0" rIns="0" bIns="0" rtlCol="0" anchor="ctr"/>
          <a:lstStyle/>
          <a:p>
            <a:pPr marL="0" indent="0" algn="ctr">
              <a:buNone/>
            </a:pPr>
            <a:r>
              <a:rPr lang="en-US" sz="3000" b="1" dirty="0">
                <a:solidFill>
                  <a:srgbClr val="00A0DF"/>
                </a:solidFill>
                <a:latin typeface="Arial" pitchFamily="34" charset="0"/>
                <a:ea typeface="Arial" pitchFamily="34" charset="-122"/>
                <a:cs typeface="Arial" pitchFamily="34" charset="-120"/>
              </a:rPr>
              <a:t>3</a:t>
            </a:r>
            <a:endParaRPr lang="en-US" sz="3000" dirty="0"/>
          </a:p>
        </p:txBody>
      </p:sp>
      <p:sp>
        <p:nvSpPr>
          <p:cNvPr id="12" name="Text 10"/>
          <p:cNvSpPr/>
          <p:nvPr/>
        </p:nvSpPr>
        <p:spPr>
          <a:xfrm>
            <a:off x="6266688" y="2072640"/>
            <a:ext cx="2438400" cy="268224"/>
          </a:xfrm>
          <a:prstGeom prst="rect">
            <a:avLst/>
          </a:prstGeom>
          <a:noFill/>
          <a:ln/>
        </p:spPr>
        <p:txBody>
          <a:bodyPr wrap="square" lIns="0" tIns="0" rIns="0" bIns="0" rtlCol="0" anchor="ctr"/>
          <a:lstStyle/>
          <a:p>
            <a:pPr marL="0" indent="0" algn="ctr">
              <a:buNone/>
            </a:pPr>
            <a:r>
              <a:rPr lang="en-US" sz="1000" dirty="0">
                <a:solidFill>
                  <a:srgbClr val="555555"/>
                </a:solidFill>
                <a:latin typeface="Arial" pitchFamily="34" charset="0"/>
                <a:ea typeface="Arial" pitchFamily="34" charset="-122"/>
                <a:cs typeface="Arial" pitchFamily="34" charset="-120"/>
              </a:rPr>
              <a:t>Components</a:t>
            </a:r>
            <a:endParaRPr lang="en-US" sz="1000" dirty="0"/>
          </a:p>
        </p:txBody>
      </p:sp>
      <p:sp>
        <p:nvSpPr>
          <p:cNvPr id="13" name="Text 11"/>
          <p:cNvSpPr/>
          <p:nvPr/>
        </p:nvSpPr>
        <p:spPr>
          <a:xfrm>
            <a:off x="6266688" y="2340864"/>
            <a:ext cx="2438400" cy="268224"/>
          </a:xfrm>
          <a:prstGeom prst="rect">
            <a:avLst/>
          </a:prstGeom>
          <a:noFill/>
          <a:ln/>
        </p:spPr>
        <p:txBody>
          <a:bodyPr wrap="square" lIns="0" tIns="0" rIns="0" bIns="0" rtlCol="0" anchor="ctr"/>
          <a:lstStyle/>
          <a:p>
            <a:pPr marL="0" indent="0" algn="ctr">
              <a:buNone/>
            </a:pPr>
            <a:r>
              <a:rPr lang="en-US" sz="1000" dirty="0">
                <a:solidFill>
                  <a:srgbClr val="555555"/>
                </a:solidFill>
                <a:latin typeface="Arial" pitchFamily="34" charset="0"/>
                <a:ea typeface="Arial" pitchFamily="34" charset="-122"/>
                <a:cs typeface="Arial" pitchFamily="34" charset="-120"/>
              </a:rPr>
              <a:t>Flagged</a:t>
            </a:r>
            <a:endParaRPr lang="en-US" sz="1000" dirty="0"/>
          </a:p>
        </p:txBody>
      </p:sp>
      <p:sp>
        <p:nvSpPr>
          <p:cNvPr id="14" name="Text 12"/>
          <p:cNvSpPr/>
          <p:nvPr/>
        </p:nvSpPr>
        <p:spPr>
          <a:xfrm>
            <a:off x="9034272" y="1402080"/>
            <a:ext cx="2438400" cy="670560"/>
          </a:xfrm>
          <a:prstGeom prst="rect">
            <a:avLst/>
          </a:prstGeom>
          <a:noFill/>
          <a:ln/>
        </p:spPr>
        <p:txBody>
          <a:bodyPr wrap="square" lIns="0" tIns="0" rIns="0" bIns="0" rtlCol="0" anchor="ctr"/>
          <a:lstStyle/>
          <a:p>
            <a:pPr marL="0" indent="0" algn="ctr">
              <a:buNone/>
            </a:pPr>
            <a:r>
              <a:rPr lang="en-US" sz="3000" b="1" dirty="0">
                <a:solidFill>
                  <a:srgbClr val="EB1700"/>
                </a:solidFill>
                <a:latin typeface="Arial" pitchFamily="34" charset="0"/>
                <a:ea typeface="Arial" pitchFamily="34" charset="-122"/>
                <a:cs typeface="Arial" pitchFamily="34" charset="-120"/>
              </a:rPr>
              <a:t>MED</a:t>
            </a:r>
            <a:endParaRPr lang="en-US" sz="3000" dirty="0"/>
          </a:p>
        </p:txBody>
      </p:sp>
      <p:sp>
        <p:nvSpPr>
          <p:cNvPr id="15" name="Text 13"/>
          <p:cNvSpPr/>
          <p:nvPr/>
        </p:nvSpPr>
        <p:spPr>
          <a:xfrm>
            <a:off x="9034272" y="2072640"/>
            <a:ext cx="2438400" cy="268224"/>
          </a:xfrm>
          <a:prstGeom prst="rect">
            <a:avLst/>
          </a:prstGeom>
          <a:noFill/>
          <a:ln/>
        </p:spPr>
        <p:txBody>
          <a:bodyPr wrap="square" lIns="0" tIns="0" rIns="0" bIns="0" rtlCol="0" anchor="ctr"/>
          <a:lstStyle/>
          <a:p>
            <a:pPr marL="0" indent="0" algn="ctr">
              <a:buNone/>
            </a:pPr>
            <a:r>
              <a:rPr lang="en-US" sz="1000" dirty="0">
                <a:solidFill>
                  <a:srgbClr val="555555"/>
                </a:solidFill>
                <a:latin typeface="Arial" pitchFamily="34" charset="0"/>
                <a:ea typeface="Arial" pitchFamily="34" charset="-122"/>
                <a:cs typeface="Arial" pitchFamily="34" charset="-120"/>
              </a:rPr>
              <a:t>Risk Level</a:t>
            </a:r>
            <a:endParaRPr lang="en-US" sz="1000" dirty="0"/>
          </a:p>
        </p:txBody>
      </p:sp>
      <p:sp>
        <p:nvSpPr>
          <p:cNvPr id="16" name="Text 14"/>
          <p:cNvSpPr/>
          <p:nvPr/>
        </p:nvSpPr>
        <p:spPr>
          <a:xfrm>
            <a:off x="9034272" y="2340864"/>
            <a:ext cx="2438400" cy="268224"/>
          </a:xfrm>
          <a:prstGeom prst="rect">
            <a:avLst/>
          </a:prstGeom>
          <a:noFill/>
          <a:ln/>
        </p:spPr>
        <p:txBody>
          <a:bodyPr wrap="square" lIns="0" tIns="0" rIns="0" bIns="0" rtlCol="0" anchor="ctr"/>
          <a:lstStyle/>
          <a:p>
            <a:pPr marL="0" indent="0" algn="ctr">
              <a:buNone/>
            </a:pPr>
            <a:r>
              <a:rPr lang="en-US" sz="1000" dirty="0">
                <a:solidFill>
                  <a:srgbClr val="555555"/>
                </a:solidFill>
                <a:latin typeface="Arial" pitchFamily="34" charset="0"/>
                <a:ea typeface="Arial" pitchFamily="34" charset="-122"/>
                <a:cs typeface="Arial" pitchFamily="34" charset="-120"/>
              </a:rPr>
              <a:t>All Components</a:t>
            </a:r>
            <a:endParaRPr lang="en-US" sz="1000" dirty="0"/>
          </a:p>
        </p:txBody>
      </p:sp>
      <p:sp>
        <p:nvSpPr>
          <p:cNvPr id="17" name="Text 15"/>
          <p:cNvSpPr/>
          <p:nvPr/>
        </p:nvSpPr>
        <p:spPr>
          <a:xfrm>
            <a:off x="731520" y="2865120"/>
            <a:ext cx="4876800" cy="365760"/>
          </a:xfrm>
          <a:prstGeom prst="rect">
            <a:avLst/>
          </a:prstGeom>
          <a:noFill/>
          <a:ln/>
        </p:spPr>
        <p:txBody>
          <a:bodyPr wrap="square" lIns="0" tIns="0" rIns="0" bIns="0" rtlCol="0" anchor="ctr"/>
          <a:lstStyle/>
          <a:p>
            <a:pPr marL="0" indent="0">
              <a:buNone/>
            </a:pPr>
            <a:r>
              <a:rPr lang="en-US" sz="1200" b="1" dirty="0">
                <a:solidFill>
                  <a:srgbClr val="EB1700"/>
                </a:solidFill>
                <a:latin typeface="Arial" pitchFamily="34" charset="0"/>
                <a:ea typeface="Arial" pitchFamily="34" charset="-122"/>
                <a:cs typeface="Arial" pitchFamily="34" charset="-120"/>
              </a:rPr>
              <a:t>Delivery Timeline by Component (Days)</a:t>
            </a:r>
            <a:endParaRPr lang="en-US" sz="1200" dirty="0"/>
          </a:p>
        </p:txBody>
      </p:sp>
      <p:sp>
        <p:nvSpPr>
          <p:cNvPr id="18" name="Text 16"/>
          <p:cNvSpPr/>
          <p:nvPr/>
        </p:nvSpPr>
        <p:spPr>
          <a:xfrm>
            <a:off x="6583680" y="2865120"/>
            <a:ext cx="4876800" cy="365760"/>
          </a:xfrm>
          <a:prstGeom prst="rect">
            <a:avLst/>
          </a:prstGeom>
          <a:noFill/>
          <a:ln/>
        </p:spPr>
        <p:txBody>
          <a:bodyPr wrap="square" lIns="0" tIns="0" rIns="0" bIns="0" rtlCol="0" anchor="ctr"/>
          <a:lstStyle/>
          <a:p>
            <a:pPr marL="0" indent="0">
              <a:buNone/>
            </a:pPr>
            <a:r>
              <a:rPr lang="en-US" sz="1200" b="1" dirty="0">
                <a:solidFill>
                  <a:srgbClr val="EB1700"/>
                </a:solidFill>
                <a:latin typeface="Arial" pitchFamily="34" charset="0"/>
                <a:ea typeface="Arial" pitchFamily="34" charset="-122"/>
                <a:cs typeface="Arial" pitchFamily="34" charset="-120"/>
              </a:rPr>
              <a:t>Lead Time Variance (Days)</a:t>
            </a:r>
            <a:endParaRPr lang="en-US" sz="1200" dirty="0"/>
          </a:p>
        </p:txBody>
      </p:sp>
      <p:graphicFrame>
        <p:nvGraphicFramePr>
          <p:cNvPr id="19" name="Chart 0"/>
          <p:cNvGraphicFramePr/>
          <p:nvPr>
            <p:extLst>
              <p:ext uri="{D42A27DB-BD31-4B8C-83A1-F6EECF244321}">
                <p14:modId xmlns:p14="http://schemas.microsoft.com/office/powerpoint/2010/main" val="2806992606"/>
              </p:ext>
            </p:extLst>
          </p:nvPr>
        </p:nvGraphicFramePr>
        <p:xfrm>
          <a:off x="731520" y="3291840"/>
          <a:ext cx="4876800" cy="31699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Chart 1"/>
          <p:cNvGraphicFramePr/>
          <p:nvPr>
            <p:extLst>
              <p:ext uri="{D42A27DB-BD31-4B8C-83A1-F6EECF244321}">
                <p14:modId xmlns:p14="http://schemas.microsoft.com/office/powerpoint/2010/main" val="2704987452"/>
              </p:ext>
            </p:extLst>
          </p:nvPr>
        </p:nvGraphicFramePr>
        <p:xfrm>
          <a:off x="6583680" y="3291840"/>
          <a:ext cx="4876800" cy="316992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48768"/>
          </a:xfrm>
          <a:prstGeom prst="rect">
            <a:avLst/>
          </a:prstGeom>
          <a:solidFill>
            <a:srgbClr val="EB1700"/>
          </a:solidFill>
          <a:ln/>
        </p:spPr>
        <p:txBody>
          <a:bodyPr/>
          <a:lstStyle/>
          <a:p>
            <a:endParaRPr lang="en-US"/>
          </a:p>
        </p:txBody>
      </p:sp>
      <p:sp>
        <p:nvSpPr>
          <p:cNvPr id="3" name="Text 1"/>
          <p:cNvSpPr/>
          <p:nvPr/>
        </p:nvSpPr>
        <p:spPr>
          <a:xfrm>
            <a:off x="731520" y="182880"/>
            <a:ext cx="10972800" cy="365760"/>
          </a:xfrm>
          <a:prstGeom prst="rect">
            <a:avLst/>
          </a:prstGeom>
          <a:noFill/>
          <a:ln/>
        </p:spPr>
        <p:txBody>
          <a:bodyPr wrap="square" lIns="0" tIns="0" rIns="0" bIns="0" rtlCol="0" anchor="ctr"/>
          <a:lstStyle/>
          <a:p>
            <a:pPr marL="0" indent="0">
              <a:buNone/>
            </a:pPr>
            <a:r>
              <a:rPr lang="en-US" sz="1100" b="1" dirty="0">
                <a:solidFill>
                  <a:srgbClr val="EB1700"/>
                </a:solidFill>
                <a:latin typeface="Arial" pitchFamily="34" charset="0"/>
                <a:ea typeface="Arial" pitchFamily="34" charset="-122"/>
                <a:cs typeface="Arial" pitchFamily="34" charset="-120"/>
              </a:rPr>
              <a:t>JANSSEN BUSINESS TECHNOLOGY</a:t>
            </a:r>
            <a:endParaRPr lang="en-US" sz="1100" dirty="0"/>
          </a:p>
        </p:txBody>
      </p:sp>
      <p:sp>
        <p:nvSpPr>
          <p:cNvPr id="4" name="Text 2"/>
          <p:cNvSpPr/>
          <p:nvPr/>
        </p:nvSpPr>
        <p:spPr>
          <a:xfrm>
            <a:off x="731520" y="548640"/>
            <a:ext cx="10728960" cy="609600"/>
          </a:xfrm>
          <a:prstGeom prst="rect">
            <a:avLst/>
          </a:prstGeom>
          <a:noFill/>
          <a:ln/>
        </p:spPr>
        <p:txBody>
          <a:bodyPr wrap="square" lIns="0" tIns="0" rIns="0" bIns="0" rtlCol="0" anchor="ctr"/>
          <a:lstStyle/>
          <a:p>
            <a:pPr marL="0" indent="0">
              <a:buNone/>
            </a:pPr>
            <a:r>
              <a:rPr lang="en-US" sz="2200" b="1" dirty="0">
                <a:solidFill>
                  <a:srgbClr val="EB1700"/>
                </a:solidFill>
                <a:latin typeface="Arial" pitchFamily="34" charset="0"/>
                <a:ea typeface="Arial" pitchFamily="34" charset="-122"/>
                <a:cs typeface="Arial" pitchFamily="34" charset="-120"/>
              </a:rPr>
              <a:t>–  </a:t>
            </a:r>
            <a:r>
              <a:rPr lang="en-US" sz="2200" b="1" dirty="0">
                <a:solidFill>
                  <a:srgbClr val="212121"/>
                </a:solidFill>
                <a:latin typeface="Arial" pitchFamily="34" charset="0"/>
                <a:ea typeface="Arial" pitchFamily="34" charset="-122"/>
                <a:cs typeface="Arial" pitchFamily="34" charset="-120"/>
              </a:rPr>
              <a:t>Proposed Solutions</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3696070154"/>
              </p:ext>
            </p:extLst>
          </p:nvPr>
        </p:nvGraphicFramePr>
        <p:xfrm>
          <a:off x="609600" y="1402080"/>
          <a:ext cx="10972800" cy="3840480"/>
        </p:xfrm>
        <a:graphic>
          <a:graphicData uri="http://schemas.openxmlformats.org/drawingml/2006/table">
            <a:tbl>
              <a:tblPr/>
              <a:tblGrid>
                <a:gridCol w="4572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365760">
                <a:tc>
                  <a:txBody>
                    <a:bodyPr/>
                    <a:lstStyle/>
                    <a:p>
                      <a:pPr marL="0" indent="0" algn="ctr">
                        <a:buNone/>
                      </a:pPr>
                      <a:r>
                        <a:rPr lang="en-US" sz="1100" b="1"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3479"/>
                    </a:solidFill>
                  </a:tcPr>
                </a:tc>
                <a:tc>
                  <a:txBody>
                    <a:bodyPr/>
                    <a:lstStyle/>
                    <a:p>
                      <a:pPr marL="0" indent="0">
                        <a:buNone/>
                      </a:pPr>
                      <a:r>
                        <a:rPr lang="en-US" sz="1100" b="1" dirty="0">
                          <a:solidFill>
                            <a:srgbClr val="FFFFFF"/>
                          </a:solidFill>
                          <a:latin typeface="Arial" pitchFamily="34" charset="0"/>
                          <a:ea typeface="Arial" pitchFamily="34" charset="-122"/>
                          <a:cs typeface="Arial" pitchFamily="34" charset="-120"/>
                        </a:rPr>
                        <a:t>Action</a:t>
                      </a:r>
                      <a:endParaRPr lang="en-US" sz="110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3479"/>
                    </a:solidFill>
                  </a:tcPr>
                </a:tc>
                <a:tc>
                  <a:txBody>
                    <a:bodyPr/>
                    <a:lstStyle/>
                    <a:p>
                      <a:pPr marL="0" indent="0">
                        <a:buNone/>
                      </a:pPr>
                      <a:r>
                        <a:rPr lang="en-US" sz="1100" b="1" dirty="0">
                          <a:solidFill>
                            <a:srgbClr val="FFFFFF"/>
                          </a:solidFill>
                          <a:latin typeface="Arial" pitchFamily="34" charset="0"/>
                          <a:ea typeface="Arial" pitchFamily="34" charset="-122"/>
                          <a:cs typeface="Arial" pitchFamily="34" charset="-120"/>
                        </a:rPr>
                        <a:t>Owner</a:t>
                      </a:r>
                      <a:endParaRPr lang="en-US" sz="110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3479"/>
                    </a:solidFill>
                  </a:tcPr>
                </a:tc>
                <a:tc>
                  <a:txBody>
                    <a:bodyPr/>
                    <a:lstStyle/>
                    <a:p>
                      <a:pPr marL="0" indent="0">
                        <a:buNone/>
                      </a:pPr>
                      <a:r>
                        <a:rPr lang="en-US" sz="1100" b="1" dirty="0">
                          <a:solidFill>
                            <a:srgbClr val="FFFFFF"/>
                          </a:solidFill>
                          <a:latin typeface="Arial" pitchFamily="34" charset="0"/>
                          <a:ea typeface="Arial" pitchFamily="34" charset="-122"/>
                          <a:cs typeface="Arial" pitchFamily="34" charset="-120"/>
                        </a:rPr>
                        <a:t>Focus Area</a:t>
                      </a:r>
                      <a:endParaRPr lang="en-US" sz="110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3479"/>
                    </a:solidFill>
                  </a:tcPr>
                </a:tc>
                <a:extLst>
                  <a:ext uri="{0D108BD9-81ED-4DB2-BD59-A6C34878D82A}">
                    <a16:rowId xmlns:a16="http://schemas.microsoft.com/office/drawing/2014/main" val="10000"/>
                  </a:ext>
                </a:extLst>
              </a:tr>
              <a:tr h="502920">
                <a:tc>
                  <a:txBody>
                    <a:bodyPr/>
                    <a:lstStyle/>
                    <a:p>
                      <a:pPr marL="0" indent="0" algn="ctr">
                        <a:buNone/>
                      </a:pPr>
                      <a:r>
                        <a:rPr lang="en-US" sz="1100" b="1" dirty="0">
                          <a:solidFill>
                            <a:srgbClr val="EB1700"/>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buNone/>
                      </a:pPr>
                      <a:r>
                        <a:rPr lang="en-US" sz="1050" dirty="0">
                          <a:solidFill>
                            <a:srgbClr val="444444"/>
                          </a:solidFill>
                          <a:latin typeface="Arial" pitchFamily="34" charset="0"/>
                          <a:ea typeface="Arial" pitchFamily="34" charset="-122"/>
                          <a:cs typeface="Arial" pitchFamily="34" charset="-120"/>
                        </a:rPr>
                        <a:t>Negotiate expedited shipping terms and increase inventory buffers for BIND567</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buNone/>
                      </a:pPr>
                      <a:r>
                        <a:rPr lang="en-US" sz="1050" b="1" dirty="0">
                          <a:solidFill>
                            <a:srgbClr val="444444"/>
                          </a:solidFill>
                          <a:latin typeface="Arial" pitchFamily="34" charset="0"/>
                          <a:ea typeface="Arial" pitchFamily="34" charset="-122"/>
                          <a:cs typeface="Arial" pitchFamily="34" charset="-120"/>
                        </a:rPr>
                        <a:t>Supply Chain</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buNone/>
                      </a:pPr>
                      <a:r>
                        <a:rPr lang="en-US" sz="1050" dirty="0">
                          <a:solidFill>
                            <a:srgbClr val="444444"/>
                          </a:solidFill>
                          <a:latin typeface="Arial" pitchFamily="34" charset="0"/>
                          <a:ea typeface="Arial" pitchFamily="34" charset="-122"/>
                          <a:cs typeface="Arial" pitchFamily="34" charset="-120"/>
                        </a:rPr>
                        <a:t>Supplier Mgmt</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lgn="ctr">
                        <a:buNone/>
                      </a:pPr>
                      <a:r>
                        <a:rPr lang="en-US" sz="1100" b="1" dirty="0">
                          <a:solidFill>
                            <a:srgbClr val="EB1700"/>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marL="0" indent="0">
                        <a:buNone/>
                      </a:pPr>
                      <a:r>
                        <a:rPr lang="en-US" sz="1050" dirty="0">
                          <a:solidFill>
                            <a:srgbClr val="444444"/>
                          </a:solidFill>
                          <a:latin typeface="Arial" pitchFamily="34" charset="0"/>
                          <a:ea typeface="Arial" pitchFamily="34" charset="-122"/>
                          <a:cs typeface="Arial" pitchFamily="34" charset="-120"/>
                        </a:rPr>
                        <a:t>Collaborate with PrimeLogistics on demand planning; adjust order cycles for COMP042</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marL="0" indent="0">
                        <a:buNone/>
                      </a:pPr>
                      <a:r>
                        <a:rPr lang="en-US" sz="1050" b="1" dirty="0">
                          <a:solidFill>
                            <a:srgbClr val="444444"/>
                          </a:solidFill>
                          <a:latin typeface="Arial" pitchFamily="34" charset="0"/>
                          <a:ea typeface="Arial" pitchFamily="34" charset="-122"/>
                          <a:cs typeface="Arial" pitchFamily="34" charset="-120"/>
                        </a:rPr>
                        <a:t>Procurement</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marL="0" indent="0">
                        <a:buNone/>
                      </a:pPr>
                      <a:r>
                        <a:rPr lang="en-US" sz="1050" dirty="0">
                          <a:solidFill>
                            <a:srgbClr val="444444"/>
                          </a:solidFill>
                          <a:latin typeface="Arial" pitchFamily="34" charset="0"/>
                          <a:ea typeface="Arial" pitchFamily="34" charset="-122"/>
                          <a:cs typeface="Arial" pitchFamily="34" charset="-120"/>
                        </a:rPr>
                        <a:t>Delivery</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extLst>
                  <a:ext uri="{0D108BD9-81ED-4DB2-BD59-A6C34878D82A}">
                    <a16:rowId xmlns:a16="http://schemas.microsoft.com/office/drawing/2014/main" val="10002"/>
                  </a:ext>
                </a:extLst>
              </a:tr>
              <a:tr h="502920">
                <a:tc>
                  <a:txBody>
                    <a:bodyPr/>
                    <a:lstStyle/>
                    <a:p>
                      <a:pPr marL="0" indent="0" algn="ctr">
                        <a:buNone/>
                      </a:pPr>
                      <a:r>
                        <a:rPr lang="en-US" sz="1100" b="1" dirty="0">
                          <a:solidFill>
                            <a:srgbClr val="EB170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buNone/>
                      </a:pPr>
                      <a:r>
                        <a:rPr lang="en-US" sz="1050" dirty="0">
                          <a:solidFill>
                            <a:srgbClr val="444444"/>
                          </a:solidFill>
                          <a:latin typeface="Arial" pitchFamily="34" charset="0"/>
                          <a:ea typeface="Arial" pitchFamily="34" charset="-122"/>
                          <a:cs typeface="Arial" pitchFamily="34" charset="-120"/>
                        </a:rPr>
                        <a:t>Enhance incoming inspection and forecast accuracy for COMP043</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buNone/>
                      </a:pPr>
                      <a:r>
                        <a:rPr lang="en-US" sz="1050" b="1" dirty="0">
                          <a:solidFill>
                            <a:srgbClr val="444444"/>
                          </a:solidFill>
                          <a:latin typeface="Arial" pitchFamily="34" charset="0"/>
                          <a:ea typeface="Arial" pitchFamily="34" charset="-122"/>
                          <a:cs typeface="Arial" pitchFamily="34" charset="-120"/>
                        </a:rPr>
                        <a:t>Quality</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buNone/>
                      </a:pPr>
                      <a:r>
                        <a:rPr lang="en-US" sz="1050" dirty="0">
                          <a:solidFill>
                            <a:srgbClr val="444444"/>
                          </a:solidFill>
                          <a:latin typeface="Arial" pitchFamily="34" charset="0"/>
                          <a:ea typeface="Arial" pitchFamily="34" charset="-122"/>
                          <a:cs typeface="Arial" pitchFamily="34" charset="-120"/>
                        </a:rPr>
                        <a:t>Quality Controls</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lgn="ctr">
                        <a:buNone/>
                      </a:pPr>
                      <a:r>
                        <a:rPr lang="en-US" sz="1100" b="1" dirty="0">
                          <a:solidFill>
                            <a:srgbClr val="EB1700"/>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marL="0" indent="0">
                        <a:buNone/>
                      </a:pPr>
                      <a:r>
                        <a:rPr lang="en-US" sz="1050" dirty="0">
                          <a:solidFill>
                            <a:srgbClr val="444444"/>
                          </a:solidFill>
                          <a:latin typeface="Arial" pitchFamily="34" charset="0"/>
                          <a:ea typeface="Arial" pitchFamily="34" charset="-122"/>
                          <a:cs typeface="Arial" pitchFamily="34" charset="-120"/>
                        </a:rPr>
                        <a:t>Qualify secondary suppliers for components with recurring variability</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marL="0" indent="0">
                        <a:buNone/>
                      </a:pPr>
                      <a:r>
                        <a:rPr lang="en-US" sz="1050" b="1" dirty="0">
                          <a:solidFill>
                            <a:srgbClr val="444444"/>
                          </a:solidFill>
                          <a:latin typeface="Arial" pitchFamily="34" charset="0"/>
                          <a:ea typeface="Arial" pitchFamily="34" charset="-122"/>
                          <a:cs typeface="Arial" pitchFamily="34" charset="-120"/>
                        </a:rPr>
                        <a:t>Procurement</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marL="0" indent="0">
                        <a:buNone/>
                      </a:pPr>
                      <a:r>
                        <a:rPr lang="en-US" sz="1050" dirty="0">
                          <a:solidFill>
                            <a:srgbClr val="444444"/>
                          </a:solidFill>
                          <a:latin typeface="Arial" pitchFamily="34" charset="0"/>
                          <a:ea typeface="Arial" pitchFamily="34" charset="-122"/>
                          <a:cs typeface="Arial" pitchFamily="34" charset="-120"/>
                        </a:rPr>
                        <a:t>Resilience</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extLst>
                  <a:ext uri="{0D108BD9-81ED-4DB2-BD59-A6C34878D82A}">
                    <a16:rowId xmlns:a16="http://schemas.microsoft.com/office/drawing/2014/main" val="10004"/>
                  </a:ext>
                </a:extLst>
              </a:tr>
              <a:tr h="502920">
                <a:tc>
                  <a:txBody>
                    <a:bodyPr/>
                    <a:lstStyle/>
                    <a:p>
                      <a:pPr marL="0" indent="0" algn="ctr">
                        <a:buNone/>
                      </a:pPr>
                      <a:r>
                        <a:rPr lang="en-US" sz="1100" b="1" dirty="0">
                          <a:solidFill>
                            <a:srgbClr val="EB1700"/>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buNone/>
                      </a:pPr>
                      <a:r>
                        <a:rPr lang="en-US" sz="1050" dirty="0">
                          <a:solidFill>
                            <a:srgbClr val="444444"/>
                          </a:solidFill>
                          <a:latin typeface="Arial" pitchFamily="34" charset="0"/>
                          <a:ea typeface="Arial" pitchFamily="34" charset="-122"/>
                          <a:cs typeface="Arial" pitchFamily="34" charset="-120"/>
                        </a:rPr>
                        <a:t>Strengthen monitoring dashboards for delivery, defect trends, and inventory exposure</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buNone/>
                      </a:pPr>
                      <a:r>
                        <a:rPr lang="en-US" sz="1050" b="1" dirty="0">
                          <a:solidFill>
                            <a:srgbClr val="444444"/>
                          </a:solidFill>
                          <a:latin typeface="Arial" pitchFamily="34" charset="0"/>
                          <a:ea typeface="Arial" pitchFamily="34" charset="-122"/>
                          <a:cs typeface="Arial" pitchFamily="34" charset="-120"/>
                        </a:rPr>
                        <a:t>Operations</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buNone/>
                      </a:pPr>
                      <a:r>
                        <a:rPr lang="en-US" sz="1050" dirty="0">
                          <a:solidFill>
                            <a:srgbClr val="444444"/>
                          </a:solidFill>
                          <a:latin typeface="Arial" pitchFamily="34" charset="0"/>
                          <a:ea typeface="Arial" pitchFamily="34" charset="-122"/>
                          <a:cs typeface="Arial" pitchFamily="34" charset="-120"/>
                        </a:rPr>
                        <a:t>Risk Monitoring</a:t>
                      </a:r>
                      <a:endParaRPr lang="en-US" sz="1050" dirty="0">
                        <a:latin typeface="Arial" charset="0"/>
                        <a:ea typeface="Arial" charset="0"/>
                        <a:cs typeface="Arial" charset="0"/>
                      </a:endParaRPr>
                    </a:p>
                  </a:txBody>
                  <a:tcPr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p:nvPr/>
        </p:nvSpPr>
        <p:spPr>
          <a:xfrm>
            <a:off x="731520" y="5547360"/>
            <a:ext cx="10728960" cy="609600"/>
          </a:xfrm>
          <a:prstGeom prst="rect">
            <a:avLst/>
          </a:prstGeom>
          <a:noFill/>
          <a:ln/>
        </p:spPr>
        <p:txBody>
          <a:bodyPr wrap="square" lIns="0" tIns="0" rIns="0" bIns="0" rtlCol="0" anchor="ctr"/>
          <a:lstStyle/>
          <a:p>
            <a:pPr marL="0" indent="0">
              <a:buNone/>
            </a:pPr>
            <a:r>
              <a:rPr lang="en-US" sz="1100" b="1" dirty="0">
                <a:solidFill>
                  <a:srgbClr val="EB1700"/>
                </a:solidFill>
                <a:latin typeface="Arial" pitchFamily="34" charset="0"/>
                <a:ea typeface="Arial" pitchFamily="34" charset="-122"/>
                <a:cs typeface="Arial" pitchFamily="34" charset="-120"/>
              </a:rPr>
              <a:t>Key Insight: </a:t>
            </a:r>
            <a:r>
              <a:rPr lang="en-US" sz="1100" dirty="0">
                <a:solidFill>
                  <a:srgbClr val="444444"/>
                </a:solidFill>
                <a:latin typeface="Arial" pitchFamily="34" charset="0"/>
                <a:ea typeface="Arial" pitchFamily="34" charset="-122"/>
                <a:cs typeface="Arial" pitchFamily="34" charset="-120"/>
              </a:rPr>
              <a:t>Overdue maintenance drives a 44% higher defect rate (3.02% vs 2.09%). Current plans depend heavily on expediting — addressing symptoms rather than root causes.</a:t>
            </a:r>
            <a:endParaRPr lang="en-US" sz="1100" dirty="0"/>
          </a:p>
        </p:txBody>
      </p:sp>
      <p:sp>
        <p:nvSpPr>
          <p:cNvPr id="7" name="Text 4"/>
          <p:cNvSpPr/>
          <p:nvPr/>
        </p:nvSpPr>
        <p:spPr>
          <a:xfrm>
            <a:off x="731520" y="6217920"/>
            <a:ext cx="10728960" cy="365760"/>
          </a:xfrm>
          <a:prstGeom prst="rect">
            <a:avLst/>
          </a:prstGeom>
          <a:noFill/>
          <a:ln/>
        </p:spPr>
        <p:txBody>
          <a:bodyPr wrap="square" lIns="0" tIns="0" rIns="0" bIns="0" rtlCol="0" anchor="ctr"/>
          <a:lstStyle/>
          <a:p>
            <a:pPr marL="0" indent="0">
              <a:buNone/>
            </a:pPr>
            <a:r>
              <a:rPr lang="en-US" sz="1000" b="1" dirty="0">
                <a:solidFill>
                  <a:srgbClr val="EB1700"/>
                </a:solidFill>
                <a:latin typeface="Arial" pitchFamily="34" charset="0"/>
                <a:ea typeface="Arial" pitchFamily="34" charset="-122"/>
                <a:cs typeface="Arial" pitchFamily="34" charset="-120"/>
              </a:rPr>
              <a:t>Coordination: </a:t>
            </a:r>
            <a:r>
              <a:rPr lang="en-US" sz="1000" dirty="0">
                <a:solidFill>
                  <a:srgbClr val="555555"/>
                </a:solidFill>
                <a:latin typeface="Arial" pitchFamily="34" charset="0"/>
                <a:ea typeface="Arial" pitchFamily="34" charset="-122"/>
                <a:cs typeface="Arial" pitchFamily="34" charset="-120"/>
              </a:rPr>
              <a:t>Cross-functional teams to lead follow-up reviews and progress reporting across all action streams.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48768"/>
          </a:xfrm>
          <a:prstGeom prst="rect">
            <a:avLst/>
          </a:prstGeom>
          <a:solidFill>
            <a:srgbClr val="EB1700"/>
          </a:solidFill>
          <a:ln/>
        </p:spPr>
        <p:txBody>
          <a:bodyPr/>
          <a:lstStyle/>
          <a:p>
            <a:endParaRPr lang="en-US"/>
          </a:p>
        </p:txBody>
      </p:sp>
      <p:sp>
        <p:nvSpPr>
          <p:cNvPr id="3" name="Text 1"/>
          <p:cNvSpPr/>
          <p:nvPr/>
        </p:nvSpPr>
        <p:spPr>
          <a:xfrm>
            <a:off x="731520" y="182880"/>
            <a:ext cx="10972800" cy="365760"/>
          </a:xfrm>
          <a:prstGeom prst="rect">
            <a:avLst/>
          </a:prstGeom>
          <a:noFill/>
          <a:ln/>
        </p:spPr>
        <p:txBody>
          <a:bodyPr wrap="square" lIns="0" tIns="0" rIns="0" bIns="0" rtlCol="0" anchor="ctr"/>
          <a:lstStyle/>
          <a:p>
            <a:pPr marL="0" indent="0">
              <a:buNone/>
            </a:pPr>
            <a:r>
              <a:rPr lang="en-US" sz="1100" b="1" dirty="0">
                <a:solidFill>
                  <a:srgbClr val="EB1700"/>
                </a:solidFill>
                <a:latin typeface="Arial" pitchFamily="34" charset="0"/>
                <a:ea typeface="Arial" pitchFamily="34" charset="-122"/>
                <a:cs typeface="Arial" pitchFamily="34" charset="-120"/>
              </a:rPr>
              <a:t>JANSSEN BUSINESS TECHNOLOGY</a:t>
            </a:r>
            <a:endParaRPr lang="en-US" sz="1100" dirty="0"/>
          </a:p>
        </p:txBody>
      </p:sp>
      <p:sp>
        <p:nvSpPr>
          <p:cNvPr id="4" name="Text 2"/>
          <p:cNvSpPr/>
          <p:nvPr/>
        </p:nvSpPr>
        <p:spPr>
          <a:xfrm>
            <a:off x="731520" y="548640"/>
            <a:ext cx="10728960" cy="609600"/>
          </a:xfrm>
          <a:prstGeom prst="rect">
            <a:avLst/>
          </a:prstGeom>
          <a:noFill/>
          <a:ln/>
        </p:spPr>
        <p:txBody>
          <a:bodyPr wrap="square" lIns="0" tIns="0" rIns="0" bIns="0" rtlCol="0" anchor="ctr"/>
          <a:lstStyle/>
          <a:p>
            <a:pPr marL="0" indent="0">
              <a:buNone/>
            </a:pPr>
            <a:r>
              <a:rPr lang="en-US" sz="2200" b="1" dirty="0">
                <a:solidFill>
                  <a:srgbClr val="EB1700"/>
                </a:solidFill>
                <a:latin typeface="Arial" pitchFamily="34" charset="0"/>
                <a:ea typeface="Arial" pitchFamily="34" charset="-122"/>
                <a:cs typeface="Arial" pitchFamily="34" charset="-120"/>
              </a:rPr>
              <a:t>–  </a:t>
            </a:r>
            <a:r>
              <a:rPr lang="en-US" sz="2200" b="1" dirty="0">
                <a:solidFill>
                  <a:srgbClr val="212121"/>
                </a:solidFill>
                <a:latin typeface="Arial" pitchFamily="34" charset="0"/>
                <a:ea typeface="Arial" pitchFamily="34" charset="-122"/>
                <a:cs typeface="Arial" pitchFamily="34" charset="-120"/>
              </a:rPr>
              <a:t>Implementation Plan</a:t>
            </a:r>
            <a:endParaRPr lang="en-US" sz="2200" dirty="0"/>
          </a:p>
        </p:txBody>
      </p:sp>
      <p:sp>
        <p:nvSpPr>
          <p:cNvPr id="5" name="Shape 3"/>
          <p:cNvSpPr/>
          <p:nvPr/>
        </p:nvSpPr>
        <p:spPr>
          <a:xfrm>
            <a:off x="731520" y="1463040"/>
            <a:ext cx="3169920" cy="548640"/>
          </a:xfrm>
          <a:prstGeom prst="rect">
            <a:avLst/>
          </a:prstGeom>
          <a:solidFill>
            <a:srgbClr val="EB1700"/>
          </a:solidFill>
          <a:ln/>
        </p:spPr>
        <p:txBody>
          <a:bodyPr/>
          <a:lstStyle/>
          <a:p>
            <a:endParaRPr lang="en-US"/>
          </a:p>
        </p:txBody>
      </p:sp>
      <p:sp>
        <p:nvSpPr>
          <p:cNvPr id="6" name="Text 4"/>
          <p:cNvSpPr/>
          <p:nvPr/>
        </p:nvSpPr>
        <p:spPr>
          <a:xfrm>
            <a:off x="914400" y="1463040"/>
            <a:ext cx="2804160" cy="548640"/>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Immediate  (0–1 Week)</a:t>
            </a:r>
            <a:endParaRPr lang="en-US" sz="1100" dirty="0"/>
          </a:p>
        </p:txBody>
      </p:sp>
      <p:sp>
        <p:nvSpPr>
          <p:cNvPr id="7" name="Text 5"/>
          <p:cNvSpPr/>
          <p:nvPr/>
        </p:nvSpPr>
        <p:spPr>
          <a:xfrm>
            <a:off x="853440" y="2194560"/>
            <a:ext cx="2926080" cy="268224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555555"/>
                </a:solidFill>
                <a:latin typeface="Arial" pitchFamily="34" charset="0"/>
                <a:ea typeface="Arial" pitchFamily="34" charset="-122"/>
                <a:cs typeface="Arial" pitchFamily="34" charset="-120"/>
              </a:rPr>
              <a:t>Notify suppliers of schedule sensitivity</a:t>
            </a:r>
            <a:endParaRPr lang="en-US" sz="1100" dirty="0"/>
          </a:p>
          <a:p>
            <a:pPr marL="342900" indent="-342900">
              <a:spcAft>
                <a:spcPts val="600"/>
              </a:spcAft>
              <a:buSzPct val="100000"/>
              <a:buChar char="•"/>
            </a:pPr>
            <a:r>
              <a:rPr lang="en-US" sz="1100" dirty="0">
                <a:solidFill>
                  <a:srgbClr val="555555"/>
                </a:solidFill>
                <a:latin typeface="Arial" pitchFamily="34" charset="0"/>
                <a:ea typeface="Arial" pitchFamily="34" charset="-122"/>
                <a:cs typeface="Arial" pitchFamily="34" charset="-120"/>
              </a:rPr>
              <a:t>Request expedited shipping options</a:t>
            </a:r>
            <a:endParaRPr lang="en-US" sz="1100" dirty="0"/>
          </a:p>
          <a:p>
            <a:pPr marL="342900" indent="-342900">
              <a:spcAft>
                <a:spcPts val="600"/>
              </a:spcAft>
              <a:buSzPct val="100000"/>
              <a:buChar char="•"/>
            </a:pPr>
            <a:r>
              <a:rPr lang="en-US" sz="1100" dirty="0">
                <a:solidFill>
                  <a:srgbClr val="555555"/>
                </a:solidFill>
                <a:latin typeface="Arial" pitchFamily="34" charset="0"/>
                <a:ea typeface="Arial" pitchFamily="34" charset="-122"/>
                <a:cs typeface="Arial" pitchFamily="34" charset="-120"/>
              </a:rPr>
              <a:t>Review alternative supply coverage</a:t>
            </a:r>
            <a:endParaRPr lang="en-US" sz="1100" dirty="0"/>
          </a:p>
          <a:p>
            <a:pPr marL="342900" indent="-342900">
              <a:spcAft>
                <a:spcPts val="600"/>
              </a:spcAft>
              <a:buSzPct val="100000"/>
              <a:buChar char="•"/>
            </a:pPr>
            <a:r>
              <a:rPr lang="en-US" sz="1100" dirty="0">
                <a:solidFill>
                  <a:srgbClr val="555555"/>
                </a:solidFill>
                <a:latin typeface="Arial" pitchFamily="34" charset="0"/>
                <a:ea typeface="Arial" pitchFamily="34" charset="-122"/>
                <a:cs typeface="Arial" pitchFamily="34" charset="-120"/>
              </a:rPr>
              <a:t>Adjust production plans</a:t>
            </a:r>
            <a:endParaRPr lang="en-US" sz="1100" dirty="0"/>
          </a:p>
        </p:txBody>
      </p:sp>
      <p:sp>
        <p:nvSpPr>
          <p:cNvPr id="8" name="Text 6"/>
          <p:cNvSpPr/>
          <p:nvPr/>
        </p:nvSpPr>
        <p:spPr>
          <a:xfrm>
            <a:off x="4023360" y="1524000"/>
            <a:ext cx="304800" cy="426720"/>
          </a:xfrm>
          <a:prstGeom prst="rect">
            <a:avLst/>
          </a:prstGeom>
          <a:noFill/>
          <a:ln/>
        </p:spPr>
        <p:txBody>
          <a:bodyPr wrap="square" lIns="0" tIns="0" rIns="0" bIns="0" rtlCol="0" anchor="ctr"/>
          <a:lstStyle/>
          <a:p>
            <a:pPr marL="0" indent="0" algn="ctr">
              <a:buNone/>
            </a:pPr>
            <a:r>
              <a:rPr lang="en-US" sz="1400" dirty="0">
                <a:solidFill>
                  <a:srgbClr val="EB1700"/>
                </a:solidFill>
                <a:latin typeface="Arial" pitchFamily="34" charset="0"/>
                <a:ea typeface="Arial" pitchFamily="34" charset="-122"/>
                <a:cs typeface="Arial" pitchFamily="34" charset="-120"/>
              </a:rPr>
              <a:t>▸</a:t>
            </a:r>
            <a:endParaRPr lang="en-US" sz="1400" dirty="0"/>
          </a:p>
        </p:txBody>
      </p:sp>
      <p:sp>
        <p:nvSpPr>
          <p:cNvPr id="9" name="Shape 7"/>
          <p:cNvSpPr/>
          <p:nvPr/>
        </p:nvSpPr>
        <p:spPr>
          <a:xfrm>
            <a:off x="4450080" y="1463040"/>
            <a:ext cx="3169920" cy="548640"/>
          </a:xfrm>
          <a:prstGeom prst="rect">
            <a:avLst/>
          </a:prstGeom>
          <a:solidFill>
            <a:srgbClr val="003479"/>
          </a:solidFill>
          <a:ln/>
        </p:spPr>
        <p:txBody>
          <a:bodyPr/>
          <a:lstStyle/>
          <a:p>
            <a:endParaRPr lang="en-US"/>
          </a:p>
        </p:txBody>
      </p:sp>
      <p:sp>
        <p:nvSpPr>
          <p:cNvPr id="10" name="Text 8"/>
          <p:cNvSpPr/>
          <p:nvPr/>
        </p:nvSpPr>
        <p:spPr>
          <a:xfrm>
            <a:off x="4632960" y="1463040"/>
            <a:ext cx="2804160" cy="548640"/>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Short-Term  (1–3 Weeks)</a:t>
            </a:r>
            <a:endParaRPr lang="en-US" sz="1100" dirty="0"/>
          </a:p>
        </p:txBody>
      </p:sp>
      <p:sp>
        <p:nvSpPr>
          <p:cNvPr id="11" name="Text 9"/>
          <p:cNvSpPr/>
          <p:nvPr/>
        </p:nvSpPr>
        <p:spPr>
          <a:xfrm>
            <a:off x="4572000" y="2194560"/>
            <a:ext cx="2926080" cy="268224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555555"/>
                </a:solidFill>
                <a:latin typeface="Arial" pitchFamily="34" charset="0"/>
                <a:ea typeface="Arial" pitchFamily="34" charset="-122"/>
                <a:cs typeface="Arial" pitchFamily="34" charset="-120"/>
              </a:rPr>
              <a:t>Refine delivery schedules</a:t>
            </a:r>
            <a:endParaRPr lang="en-US" sz="1100" dirty="0"/>
          </a:p>
          <a:p>
            <a:pPr marL="342900" indent="-342900">
              <a:spcAft>
                <a:spcPts val="600"/>
              </a:spcAft>
              <a:buSzPct val="100000"/>
              <a:buChar char="•"/>
            </a:pPr>
            <a:r>
              <a:rPr lang="en-US" sz="1100" dirty="0">
                <a:solidFill>
                  <a:srgbClr val="555555"/>
                </a:solidFill>
                <a:latin typeface="Arial" pitchFamily="34" charset="0"/>
                <a:ea typeface="Arial" pitchFamily="34" charset="-122"/>
                <a:cs typeface="Arial" pitchFamily="34" charset="-120"/>
              </a:rPr>
              <a:t>Reduce lead time variability</a:t>
            </a:r>
            <a:endParaRPr lang="en-US" sz="1100" dirty="0"/>
          </a:p>
          <a:p>
            <a:pPr marL="342900" indent="-342900">
              <a:spcAft>
                <a:spcPts val="600"/>
              </a:spcAft>
              <a:buSzPct val="100000"/>
              <a:buChar char="•"/>
            </a:pPr>
            <a:r>
              <a:rPr lang="en-US" sz="1100" dirty="0">
                <a:solidFill>
                  <a:srgbClr val="555555"/>
                </a:solidFill>
                <a:latin typeface="Arial" pitchFamily="34" charset="0"/>
                <a:ea typeface="Arial" pitchFamily="34" charset="-122"/>
                <a:cs typeface="Arial" pitchFamily="34" charset="-120"/>
              </a:rPr>
              <a:t>Update safety stock levels</a:t>
            </a:r>
            <a:endParaRPr lang="en-US" sz="1100" dirty="0"/>
          </a:p>
          <a:p>
            <a:pPr marL="342900" indent="-342900">
              <a:spcAft>
                <a:spcPts val="600"/>
              </a:spcAft>
              <a:buSzPct val="100000"/>
              <a:buChar char="•"/>
            </a:pPr>
            <a:r>
              <a:rPr lang="en-US" sz="1100" dirty="0">
                <a:solidFill>
                  <a:srgbClr val="555555"/>
                </a:solidFill>
                <a:latin typeface="Arial" pitchFamily="34" charset="0"/>
                <a:ea typeface="Arial" pitchFamily="34" charset="-122"/>
                <a:cs typeface="Arial" pitchFamily="34" charset="-120"/>
              </a:rPr>
              <a:t>Prepare compliance documentation</a:t>
            </a:r>
            <a:endParaRPr lang="en-US" sz="1100" dirty="0"/>
          </a:p>
        </p:txBody>
      </p:sp>
      <p:sp>
        <p:nvSpPr>
          <p:cNvPr id="12" name="Text 10"/>
          <p:cNvSpPr/>
          <p:nvPr/>
        </p:nvSpPr>
        <p:spPr>
          <a:xfrm>
            <a:off x="7741920" y="1524000"/>
            <a:ext cx="304800" cy="426720"/>
          </a:xfrm>
          <a:prstGeom prst="rect">
            <a:avLst/>
          </a:prstGeom>
          <a:noFill/>
          <a:ln/>
        </p:spPr>
        <p:txBody>
          <a:bodyPr wrap="square" lIns="0" tIns="0" rIns="0" bIns="0" rtlCol="0" anchor="ctr"/>
          <a:lstStyle/>
          <a:p>
            <a:pPr marL="0" indent="0" algn="ctr">
              <a:buNone/>
            </a:pPr>
            <a:r>
              <a:rPr lang="en-US" sz="1400" dirty="0">
                <a:solidFill>
                  <a:srgbClr val="EB1700"/>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8168640" y="1463040"/>
            <a:ext cx="3169920" cy="548640"/>
          </a:xfrm>
          <a:prstGeom prst="rect">
            <a:avLst/>
          </a:prstGeom>
          <a:solidFill>
            <a:srgbClr val="00A0DF"/>
          </a:solidFill>
          <a:ln/>
        </p:spPr>
        <p:txBody>
          <a:bodyPr/>
          <a:lstStyle/>
          <a:p>
            <a:endParaRPr lang="en-US"/>
          </a:p>
        </p:txBody>
      </p:sp>
      <p:sp>
        <p:nvSpPr>
          <p:cNvPr id="14" name="Text 12"/>
          <p:cNvSpPr/>
          <p:nvPr/>
        </p:nvSpPr>
        <p:spPr>
          <a:xfrm>
            <a:off x="8351520" y="1463040"/>
            <a:ext cx="2804160" cy="548640"/>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Long-Term  (1–3 Months)</a:t>
            </a:r>
            <a:endParaRPr lang="en-US" sz="1100" dirty="0"/>
          </a:p>
        </p:txBody>
      </p:sp>
      <p:sp>
        <p:nvSpPr>
          <p:cNvPr id="15" name="Text 13"/>
          <p:cNvSpPr/>
          <p:nvPr/>
        </p:nvSpPr>
        <p:spPr>
          <a:xfrm>
            <a:off x="8290560" y="2194560"/>
            <a:ext cx="2926080" cy="268224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555555"/>
                </a:solidFill>
                <a:latin typeface="Arial" pitchFamily="34" charset="0"/>
                <a:ea typeface="Arial" pitchFamily="34" charset="-122"/>
                <a:cs typeface="Arial" pitchFamily="34" charset="-120"/>
              </a:rPr>
              <a:t>Evaluate supplier performance trends</a:t>
            </a:r>
            <a:endParaRPr lang="en-US" sz="1100" dirty="0"/>
          </a:p>
          <a:p>
            <a:pPr marL="342900" indent="-342900">
              <a:spcAft>
                <a:spcPts val="600"/>
              </a:spcAft>
              <a:buSzPct val="100000"/>
              <a:buChar char="•"/>
            </a:pPr>
            <a:r>
              <a:rPr lang="en-US" sz="1100" dirty="0">
                <a:solidFill>
                  <a:srgbClr val="555555"/>
                </a:solidFill>
                <a:latin typeface="Arial" pitchFamily="34" charset="0"/>
                <a:ea typeface="Arial" pitchFamily="34" charset="-122"/>
                <a:cs typeface="Arial" pitchFamily="34" charset="-120"/>
              </a:rPr>
              <a:t>Formalize contingency agreements</a:t>
            </a:r>
            <a:endParaRPr lang="en-US" sz="1100" dirty="0"/>
          </a:p>
          <a:p>
            <a:pPr marL="342900" indent="-342900">
              <a:spcAft>
                <a:spcPts val="600"/>
              </a:spcAft>
              <a:buSzPct val="100000"/>
              <a:buChar char="•"/>
            </a:pPr>
            <a:r>
              <a:rPr lang="en-US" sz="1100" dirty="0">
                <a:solidFill>
                  <a:srgbClr val="555555"/>
                </a:solidFill>
                <a:latin typeface="Arial" pitchFamily="34" charset="0"/>
                <a:ea typeface="Arial" pitchFamily="34" charset="-122"/>
                <a:cs typeface="Arial" pitchFamily="34" charset="-120"/>
              </a:rPr>
              <a:t>Implement forecasting analytics</a:t>
            </a:r>
            <a:endParaRPr lang="en-US" sz="1100" dirty="0"/>
          </a:p>
          <a:p>
            <a:pPr marL="342900" indent="-342900">
              <a:spcAft>
                <a:spcPts val="600"/>
              </a:spcAft>
              <a:buSzPct val="100000"/>
              <a:buChar char="•"/>
            </a:pPr>
            <a:r>
              <a:rPr lang="en-US" sz="1100" dirty="0">
                <a:solidFill>
                  <a:srgbClr val="555555"/>
                </a:solidFill>
                <a:latin typeface="Arial" pitchFamily="34" charset="0"/>
                <a:ea typeface="Arial" pitchFamily="34" charset="-122"/>
                <a:cs typeface="Arial" pitchFamily="34" charset="-120"/>
              </a:rPr>
              <a:t>Strengthen early risk detection</a:t>
            </a:r>
            <a:endParaRPr lang="en-US" sz="1100" dirty="0"/>
          </a:p>
        </p:txBody>
      </p:sp>
      <p:sp>
        <p:nvSpPr>
          <p:cNvPr id="16" name="Shape 14"/>
          <p:cNvSpPr/>
          <p:nvPr/>
        </p:nvSpPr>
        <p:spPr>
          <a:xfrm>
            <a:off x="731520" y="4937760"/>
            <a:ext cx="10728960" cy="24384"/>
          </a:xfrm>
          <a:prstGeom prst="rect">
            <a:avLst/>
          </a:prstGeom>
          <a:solidFill>
            <a:srgbClr val="E0E0E0"/>
          </a:solidFill>
          <a:ln/>
        </p:spPr>
        <p:txBody>
          <a:bodyPr/>
          <a:lstStyle/>
          <a:p>
            <a:endParaRPr lang="en-US"/>
          </a:p>
        </p:txBody>
      </p:sp>
      <p:sp>
        <p:nvSpPr>
          <p:cNvPr id="17" name="Text 15"/>
          <p:cNvSpPr/>
          <p:nvPr/>
        </p:nvSpPr>
        <p:spPr>
          <a:xfrm>
            <a:off x="731520" y="5120640"/>
            <a:ext cx="10728960" cy="426720"/>
          </a:xfrm>
          <a:prstGeom prst="rect">
            <a:avLst/>
          </a:prstGeom>
          <a:noFill/>
          <a:ln/>
        </p:spPr>
        <p:txBody>
          <a:bodyPr wrap="square" lIns="0" tIns="0" rIns="0" bIns="0" rtlCol="0" anchor="ctr"/>
          <a:lstStyle/>
          <a:p>
            <a:pPr marL="0" indent="0">
              <a:buNone/>
            </a:pPr>
            <a:r>
              <a:rPr lang="en-US" sz="1100" b="1" dirty="0">
                <a:solidFill>
                  <a:srgbClr val="EB1700"/>
                </a:solidFill>
                <a:latin typeface="Arial" pitchFamily="34" charset="0"/>
                <a:ea typeface="Arial" pitchFamily="34" charset="-122"/>
                <a:cs typeface="Arial" pitchFamily="34" charset="-120"/>
              </a:rPr>
              <a:t>Monitoring KPIs: </a:t>
            </a:r>
            <a:r>
              <a:rPr lang="en-US" sz="1100" dirty="0">
                <a:solidFill>
                  <a:srgbClr val="444444"/>
                </a:solidFill>
                <a:latin typeface="Arial" pitchFamily="34" charset="0"/>
                <a:ea typeface="Arial" pitchFamily="34" charset="-122"/>
                <a:cs typeface="Arial" pitchFamily="34" charset="-120"/>
              </a:rPr>
              <a:t>On-Time Delivery ≥ 95%  |  Defect Rate &lt; 2%  |  Reporting: Daily / Weekly / Monthly reviews</a:t>
            </a:r>
            <a:endParaRPr lang="en-US" sz="1100" dirty="0"/>
          </a:p>
        </p:txBody>
      </p:sp>
      <p:sp>
        <p:nvSpPr>
          <p:cNvPr id="18" name="Text 16"/>
          <p:cNvSpPr/>
          <p:nvPr/>
        </p:nvSpPr>
        <p:spPr>
          <a:xfrm>
            <a:off x="731520" y="5730240"/>
            <a:ext cx="10728960" cy="609600"/>
          </a:xfrm>
          <a:prstGeom prst="rect">
            <a:avLst/>
          </a:prstGeom>
          <a:noFill/>
          <a:ln/>
        </p:spPr>
        <p:txBody>
          <a:bodyPr wrap="square" lIns="0" tIns="0" rIns="0" bIns="0" rtlCol="0" anchor="ctr"/>
          <a:lstStyle/>
          <a:p>
            <a:pPr marL="0" indent="0">
              <a:buNone/>
            </a:pPr>
            <a:r>
              <a:rPr lang="en-US" sz="1100" b="1" dirty="0">
                <a:solidFill>
                  <a:srgbClr val="EB1700"/>
                </a:solidFill>
                <a:latin typeface="Arial" pitchFamily="34" charset="0"/>
                <a:ea typeface="Arial" pitchFamily="34" charset="-122"/>
                <a:cs typeface="Arial" pitchFamily="34" charset="-120"/>
              </a:rPr>
              <a:t>Next Step: </a:t>
            </a:r>
            <a:r>
              <a:rPr lang="en-US" sz="1100" dirty="0">
                <a:solidFill>
                  <a:srgbClr val="444444"/>
                </a:solidFill>
                <a:latin typeface="Arial" pitchFamily="34" charset="0"/>
                <a:ea typeface="Arial" pitchFamily="34" charset="-122"/>
                <a:cs typeface="Arial" pitchFamily="34" charset="-120"/>
              </a:rPr>
              <a:t>Align on action owners today and begin immediate execution. Cross-functional ownership is essential for sustained supply resilience.</a:t>
            </a:r>
            <a:endParaRPr lang="en-US" sz="1100" dirty="0"/>
          </a:p>
        </p:txBody>
      </p:sp>
    </p:spTree>
  </p:cSld>
  <p:clrMapOvr>
    <a:masterClrMapping/>
  </p:clrMapOvr>
</p:sld>
</file>

<file path=ppt/theme/theme1.xml><?xml version="1.0" encoding="utf-8"?>
<a:theme xmlns:a="http://schemas.openxmlformats.org/drawingml/2006/main" name="Johnson and Johnson: Core program">
  <a:themeElements>
    <a:clrScheme name="JNJ">
      <a:dk1>
        <a:srgbClr val="000000"/>
      </a:dk1>
      <a:lt1>
        <a:srgbClr val="FFFFFF"/>
      </a:lt1>
      <a:dk2>
        <a:srgbClr val="F1EFED"/>
      </a:dk2>
      <a:lt2>
        <a:srgbClr val="6E6159"/>
      </a:lt2>
      <a:accent1>
        <a:srgbClr val="EB1700"/>
      </a:accent1>
      <a:accent2>
        <a:srgbClr val="D5CFC9"/>
      </a:accent2>
      <a:accent3>
        <a:srgbClr val="000000"/>
      </a:accent3>
      <a:accent4>
        <a:srgbClr val="A39992"/>
      </a:accent4>
      <a:accent5>
        <a:srgbClr val="69D0FF"/>
      </a:accent5>
      <a:accent6>
        <a:srgbClr val="004585"/>
      </a:accent6>
      <a:hlink>
        <a:srgbClr val="000000"/>
      </a:hlink>
      <a:folHlink>
        <a:srgbClr val="000000"/>
      </a:folHlink>
    </a:clrScheme>
    <a:fontScheme name="J&amp;J">
      <a:majorFont>
        <a:latin typeface="Johnson Display"/>
        <a:ea typeface=""/>
        <a:cs typeface=""/>
      </a:majorFont>
      <a:minorFont>
        <a:latin typeface="Johnson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smtClean="0">
            <a:latin typeface="+mn-lt"/>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285750" indent="-285750" algn="l">
          <a:buFont typeface="Arial" panose="020B0604020202020204" pitchFamily="34" charset="0"/>
          <a:buChar char="•"/>
          <a:defRPr sz="1800" kern="1200" dirty="0" err="1" smtClean="0">
            <a:solidFill>
              <a:schemeClr val="tx1"/>
            </a:solidFill>
            <a:latin typeface="+mn-lt"/>
            <a:ea typeface="+mn-ea"/>
            <a:cs typeface="+mn-cs"/>
          </a:defRPr>
        </a:defPPr>
      </a:lstStyle>
    </a:txDef>
  </a:objectDefaults>
  <a:extraClrSchemeLst/>
  <a:extLst>
    <a:ext uri="{05A4C25C-085E-4340-85A3-A5531E510DB2}">
      <thm15:themeFamily xmlns:thm15="http://schemas.microsoft.com/office/thememl/2012/main" name="Presentation17" id="{394D0032-BD9F-402F-8F7F-EE4A19CBFCFD}" vid="{2A5D37E6-4E79-4761-9EC9-188CB4B007E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3ca48ea3-8c75-4d36-b64f-70604b11fd22}" enabled="1" method="Standard" siteId="{3ac94b33-9135-4821-9502-eafda6592a35}" removed="0"/>
</clbl:labelList>
</file>

<file path=docProps/app.xml><?xml version="1.0" encoding="utf-8"?>
<Properties xmlns="http://schemas.openxmlformats.org/officeDocument/2006/extended-properties" xmlns:vt="http://schemas.openxmlformats.org/officeDocument/2006/docPropsVTypes">
  <TotalTime>47</TotalTime>
  <Words>1440</Words>
  <Application>Microsoft Office PowerPoint</Application>
  <PresentationFormat>Widescreen</PresentationFormat>
  <Paragraphs>169</Paragraphs>
  <Slides>5</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Johnson Text</vt:lpstr>
      <vt:lpstr>Johnson Display</vt:lpstr>
      <vt:lpstr>Arial</vt:lpstr>
      <vt:lpstr>Johnson and Johnson: Core program</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Rudnikova, Maria [JANRU]</dc:creator>
  <cp:lastModifiedBy>Rudnikova, Maria [JANRU]</cp:lastModifiedBy>
  <cp:revision>1</cp:revision>
  <dcterms:created xsi:type="dcterms:W3CDTF">2026-05-25T19:59:16Z</dcterms:created>
  <dcterms:modified xsi:type="dcterms:W3CDTF">2026-05-27T08:07:08Z</dcterms:modified>
</cp:coreProperties>
</file>